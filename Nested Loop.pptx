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Funtastic" charset="1" panose="00000000000000000000"/>
      <p:regular r:id="rId21"/>
    </p:embeddedFont>
    <p:embeddedFont>
      <p:font typeface="Jua" charset="1" panose="000000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27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1.jpeg" Type="http://schemas.openxmlformats.org/officeDocument/2006/relationships/image"/><Relationship Id="rId5" Target="../media/image42.jpeg" Type="http://schemas.openxmlformats.org/officeDocument/2006/relationships/image"/><Relationship Id="rId6" Target="../media/image27.pn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7522" y="-284738"/>
            <a:ext cx="10472547" cy="10420184"/>
          </a:xfrm>
          <a:custGeom>
            <a:avLst/>
            <a:gdLst/>
            <a:ahLst/>
            <a:cxnLst/>
            <a:rect r="r" b="b" t="t" l="l"/>
            <a:pathLst>
              <a:path h="10420184" w="10472547">
                <a:moveTo>
                  <a:pt x="0" y="0"/>
                </a:moveTo>
                <a:lnTo>
                  <a:pt x="10472547" y="0"/>
                </a:lnTo>
                <a:lnTo>
                  <a:pt x="10472547" y="10420185"/>
                </a:lnTo>
                <a:lnTo>
                  <a:pt x="0" y="1042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21838" y="2532009"/>
            <a:ext cx="13444324" cy="516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10"/>
              </a:lnSpc>
            </a:pPr>
            <a:r>
              <a:rPr lang="en-US" sz="22448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NESTED LOOP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99738" y="7494588"/>
            <a:ext cx="7288524" cy="993001"/>
            <a:chOff x="0" y="0"/>
            <a:chExt cx="1919611" cy="2615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9611" cy="261531"/>
            </a:xfrm>
            <a:custGeom>
              <a:avLst/>
              <a:gdLst/>
              <a:ahLst/>
              <a:cxnLst/>
              <a:rect r="r" b="b" t="t" l="l"/>
              <a:pathLst>
                <a:path h="261531" w="1919611">
                  <a:moveTo>
                    <a:pt x="54173" y="0"/>
                  </a:moveTo>
                  <a:lnTo>
                    <a:pt x="1865439" y="0"/>
                  </a:lnTo>
                  <a:cubicBezTo>
                    <a:pt x="1895357" y="0"/>
                    <a:pt x="1919611" y="24254"/>
                    <a:pt x="1919611" y="54173"/>
                  </a:cubicBezTo>
                  <a:lnTo>
                    <a:pt x="1919611" y="207358"/>
                  </a:lnTo>
                  <a:cubicBezTo>
                    <a:pt x="1919611" y="237277"/>
                    <a:pt x="1895357" y="261531"/>
                    <a:pt x="1865439" y="261531"/>
                  </a:cubicBezTo>
                  <a:lnTo>
                    <a:pt x="54173" y="261531"/>
                  </a:lnTo>
                  <a:cubicBezTo>
                    <a:pt x="24254" y="261531"/>
                    <a:pt x="0" y="237277"/>
                    <a:pt x="0" y="207358"/>
                  </a:cubicBezTo>
                  <a:lnTo>
                    <a:pt x="0" y="54173"/>
                  </a:lnTo>
                  <a:cubicBezTo>
                    <a:pt x="0" y="24254"/>
                    <a:pt x="24254" y="0"/>
                    <a:pt x="54173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19611" cy="299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295641" y="7670777"/>
            <a:ext cx="5696718" cy="59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sz="3584" spc="-71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Kelompok 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21261" y="8487589"/>
            <a:ext cx="2394886" cy="1647858"/>
          </a:xfrm>
          <a:custGeom>
            <a:avLst/>
            <a:gdLst/>
            <a:ahLst/>
            <a:cxnLst/>
            <a:rect r="r" b="b" t="t" l="l"/>
            <a:pathLst>
              <a:path h="1647858" w="2394886">
                <a:moveTo>
                  <a:pt x="0" y="0"/>
                </a:moveTo>
                <a:lnTo>
                  <a:pt x="2394886" y="0"/>
                </a:lnTo>
                <a:lnTo>
                  <a:pt x="2394886" y="1647858"/>
                </a:lnTo>
                <a:lnTo>
                  <a:pt x="0" y="1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550834"/>
            <a:ext cx="1029158" cy="1833926"/>
          </a:xfrm>
          <a:custGeom>
            <a:avLst/>
            <a:gdLst/>
            <a:ahLst/>
            <a:cxnLst/>
            <a:rect r="r" b="b" t="t" l="l"/>
            <a:pathLst>
              <a:path h="1833926" w="1029158">
                <a:moveTo>
                  <a:pt x="0" y="0"/>
                </a:moveTo>
                <a:lnTo>
                  <a:pt x="1029158" y="0"/>
                </a:lnTo>
                <a:lnTo>
                  <a:pt x="1029158" y="1833926"/>
                </a:lnTo>
                <a:lnTo>
                  <a:pt x="0" y="18339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39" t="-2995" r="-59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86647" y="748783"/>
            <a:ext cx="1872653" cy="1635977"/>
          </a:xfrm>
          <a:custGeom>
            <a:avLst/>
            <a:gdLst/>
            <a:ahLst/>
            <a:cxnLst/>
            <a:rect r="r" b="b" t="t" l="l"/>
            <a:pathLst>
              <a:path h="1635977" w="1872653">
                <a:moveTo>
                  <a:pt x="0" y="0"/>
                </a:moveTo>
                <a:lnTo>
                  <a:pt x="1872653" y="0"/>
                </a:lnTo>
                <a:lnTo>
                  <a:pt x="1872653" y="1635977"/>
                </a:lnTo>
                <a:lnTo>
                  <a:pt x="0" y="1635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3126" y="4069863"/>
            <a:ext cx="2483565" cy="4359084"/>
            <a:chOff x="0" y="0"/>
            <a:chExt cx="654108" cy="1148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4108" cy="1148071"/>
            </a:xfrm>
            <a:custGeom>
              <a:avLst/>
              <a:gdLst/>
              <a:ahLst/>
              <a:cxnLst/>
              <a:rect r="r" b="b" t="t" l="l"/>
              <a:pathLst>
                <a:path h="1148071" w="654108">
                  <a:moveTo>
                    <a:pt x="0" y="0"/>
                  </a:moveTo>
                  <a:lnTo>
                    <a:pt x="654108" y="0"/>
                  </a:lnTo>
                  <a:lnTo>
                    <a:pt x="654108" y="1148071"/>
                  </a:lnTo>
                  <a:lnTo>
                    <a:pt x="0" y="1148071"/>
                  </a:lnTo>
                  <a:close/>
                </a:path>
              </a:pathLst>
            </a:custGeom>
            <a:solidFill>
              <a:srgbClr val="FCC8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54108" cy="1186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74297" y="4069863"/>
            <a:ext cx="2424699" cy="4359084"/>
            <a:chOff x="0" y="0"/>
            <a:chExt cx="638604" cy="1148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8604" cy="1148071"/>
            </a:xfrm>
            <a:custGeom>
              <a:avLst/>
              <a:gdLst/>
              <a:ahLst/>
              <a:cxnLst/>
              <a:rect r="r" b="b" t="t" l="l"/>
              <a:pathLst>
                <a:path h="1148071" w="638604">
                  <a:moveTo>
                    <a:pt x="0" y="0"/>
                  </a:moveTo>
                  <a:lnTo>
                    <a:pt x="638604" y="0"/>
                  </a:lnTo>
                  <a:lnTo>
                    <a:pt x="638604" y="1148071"/>
                  </a:lnTo>
                  <a:lnTo>
                    <a:pt x="0" y="1148071"/>
                  </a:lnTo>
                  <a:close/>
                </a:path>
              </a:pathLst>
            </a:custGeom>
            <a:solidFill>
              <a:srgbClr val="7BD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8604" cy="1186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32491" y="5468839"/>
            <a:ext cx="5049571" cy="3789461"/>
            <a:chOff x="0" y="0"/>
            <a:chExt cx="1329928" cy="998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9928" cy="998047"/>
            </a:xfrm>
            <a:custGeom>
              <a:avLst/>
              <a:gdLst/>
              <a:ahLst/>
              <a:cxnLst/>
              <a:rect r="r" b="b" t="t" l="l"/>
              <a:pathLst>
                <a:path h="998047" w="1329928">
                  <a:moveTo>
                    <a:pt x="0" y="0"/>
                  </a:moveTo>
                  <a:lnTo>
                    <a:pt x="1329928" y="0"/>
                  </a:lnTo>
                  <a:lnTo>
                    <a:pt x="1329928" y="998047"/>
                  </a:lnTo>
                  <a:lnTo>
                    <a:pt x="0" y="998047"/>
                  </a:lnTo>
                  <a:close/>
                </a:path>
              </a:pathLst>
            </a:custGeom>
            <a:solidFill>
              <a:srgbClr val="9FDA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29928" cy="1036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78668" y="5307489"/>
            <a:ext cx="2096997" cy="934454"/>
            <a:chOff x="0" y="0"/>
            <a:chExt cx="552296" cy="24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2296" cy="246111"/>
            </a:xfrm>
            <a:custGeom>
              <a:avLst/>
              <a:gdLst/>
              <a:ahLst/>
              <a:cxnLst/>
              <a:rect r="r" b="b" t="t" l="l"/>
              <a:pathLst>
                <a:path h="246111" w="552296">
                  <a:moveTo>
                    <a:pt x="0" y="0"/>
                  </a:moveTo>
                  <a:lnTo>
                    <a:pt x="552296" y="0"/>
                  </a:lnTo>
                  <a:lnTo>
                    <a:pt x="552296" y="246111"/>
                  </a:lnTo>
                  <a:lnTo>
                    <a:pt x="0" y="246111"/>
                  </a:lnTo>
                  <a:close/>
                </a:path>
              </a:pathLst>
            </a:custGeom>
            <a:solidFill>
              <a:srgbClr val="FFF1D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2296" cy="28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293939" y="179059"/>
            <a:ext cx="5700121" cy="3249069"/>
          </a:xfrm>
          <a:custGeom>
            <a:avLst/>
            <a:gdLst/>
            <a:ahLst/>
            <a:cxnLst/>
            <a:rect r="r" b="b" t="t" l="l"/>
            <a:pathLst>
              <a:path h="3249069" w="5700121">
                <a:moveTo>
                  <a:pt x="0" y="0"/>
                </a:moveTo>
                <a:lnTo>
                  <a:pt x="5700122" y="0"/>
                </a:lnTo>
                <a:lnTo>
                  <a:pt x="5700122" y="3249069"/>
                </a:lnTo>
                <a:lnTo>
                  <a:pt x="0" y="32490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614313"/>
            <a:ext cx="3158099" cy="5627630"/>
          </a:xfrm>
          <a:custGeom>
            <a:avLst/>
            <a:gdLst/>
            <a:ahLst/>
            <a:cxnLst/>
            <a:rect r="r" b="b" t="t" l="l"/>
            <a:pathLst>
              <a:path h="5627630" w="3158099">
                <a:moveTo>
                  <a:pt x="0" y="0"/>
                </a:moveTo>
                <a:lnTo>
                  <a:pt x="3158099" y="0"/>
                </a:lnTo>
                <a:lnTo>
                  <a:pt x="3158099" y="5627630"/>
                </a:lnTo>
                <a:lnTo>
                  <a:pt x="0" y="5627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39" t="-2995" r="-593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13993" y="2196886"/>
            <a:ext cx="3961411" cy="3460745"/>
          </a:xfrm>
          <a:custGeom>
            <a:avLst/>
            <a:gdLst/>
            <a:ahLst/>
            <a:cxnLst/>
            <a:rect r="r" b="b" t="t" l="l"/>
            <a:pathLst>
              <a:path h="3460745" w="3961411">
                <a:moveTo>
                  <a:pt x="0" y="0"/>
                </a:moveTo>
                <a:lnTo>
                  <a:pt x="3961411" y="0"/>
                </a:lnTo>
                <a:lnTo>
                  <a:pt x="3961411" y="3460745"/>
                </a:lnTo>
                <a:lnTo>
                  <a:pt x="0" y="34607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683338" y="2964331"/>
            <a:ext cx="6334117" cy="4358337"/>
          </a:xfrm>
          <a:custGeom>
            <a:avLst/>
            <a:gdLst/>
            <a:ahLst/>
            <a:cxnLst/>
            <a:rect r="r" b="b" t="t" l="l"/>
            <a:pathLst>
              <a:path h="4358337" w="6334117">
                <a:moveTo>
                  <a:pt x="0" y="0"/>
                </a:moveTo>
                <a:lnTo>
                  <a:pt x="6334117" y="0"/>
                </a:lnTo>
                <a:lnTo>
                  <a:pt x="6334117" y="4358338"/>
                </a:lnTo>
                <a:lnTo>
                  <a:pt x="0" y="4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55353" y="6443194"/>
            <a:ext cx="235911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Azzaina Salwa Zaafiroh</a:t>
            </a: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8108" y="7436594"/>
            <a:ext cx="22507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202613010003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547441" y="7690594"/>
            <a:ext cx="3579726" cy="1095375"/>
            <a:chOff x="0" y="0"/>
            <a:chExt cx="4772968" cy="146050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76200"/>
              <a:ext cx="4772968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 spc="-5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Dj</a:t>
              </a:r>
              <a:r>
                <a:rPr lang="en-US" b="true" sz="2999" spc="-5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ovita Asmara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87400"/>
              <a:ext cx="4772968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b="true" sz="2999" spc="-5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202613010006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174297" y="6443194"/>
            <a:ext cx="2424699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Mut</a:t>
            </a: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iara </a:t>
            </a:r>
          </a:p>
          <a:p>
            <a:pPr algn="ctr">
              <a:lnSpc>
                <a:spcPts val="3499"/>
              </a:lnSpc>
            </a:pP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Meyzhida Y.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03139" y="7436594"/>
            <a:ext cx="21670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-4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202613010013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93126" y="8428947"/>
            <a:ext cx="2483565" cy="1853712"/>
            <a:chOff x="0" y="0"/>
            <a:chExt cx="654108" cy="4882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4108" cy="488221"/>
            </a:xfrm>
            <a:custGeom>
              <a:avLst/>
              <a:gdLst/>
              <a:ahLst/>
              <a:cxnLst/>
              <a:rect r="r" b="b" t="t" l="l"/>
              <a:pathLst>
                <a:path h="488221" w="654108">
                  <a:moveTo>
                    <a:pt x="0" y="0"/>
                  </a:moveTo>
                  <a:lnTo>
                    <a:pt x="654108" y="0"/>
                  </a:lnTo>
                  <a:lnTo>
                    <a:pt x="654108" y="488221"/>
                  </a:lnTo>
                  <a:lnTo>
                    <a:pt x="0" y="488221"/>
                  </a:lnTo>
                  <a:close/>
                </a:path>
              </a:pathLst>
            </a:custGeom>
            <a:gradFill rotWithShape="true">
              <a:gsLst>
                <a:gs pos="0">
                  <a:srgbClr val="FCC8DB">
                    <a:alpha val="66000"/>
                  </a:srgbClr>
                </a:gs>
                <a:gs pos="100000">
                  <a:srgbClr val="FCC8DB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54108" cy="526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74297" y="8428947"/>
            <a:ext cx="2424699" cy="1853712"/>
            <a:chOff x="0" y="0"/>
            <a:chExt cx="638604" cy="4882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8604" cy="488221"/>
            </a:xfrm>
            <a:custGeom>
              <a:avLst/>
              <a:gdLst/>
              <a:ahLst/>
              <a:cxnLst/>
              <a:rect r="r" b="b" t="t" l="l"/>
              <a:pathLst>
                <a:path h="488221" w="638604">
                  <a:moveTo>
                    <a:pt x="0" y="0"/>
                  </a:moveTo>
                  <a:lnTo>
                    <a:pt x="638604" y="0"/>
                  </a:lnTo>
                  <a:lnTo>
                    <a:pt x="638604" y="488221"/>
                  </a:lnTo>
                  <a:lnTo>
                    <a:pt x="0" y="488221"/>
                  </a:lnTo>
                  <a:close/>
                </a:path>
              </a:pathLst>
            </a:custGeom>
            <a:gradFill rotWithShape="true">
              <a:gsLst>
                <a:gs pos="0">
                  <a:srgbClr val="7BD6F1">
                    <a:alpha val="66000"/>
                  </a:srgbClr>
                </a:gs>
                <a:gs pos="100000">
                  <a:srgbClr val="FCC8DB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38604" cy="526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32491" y="9258300"/>
            <a:ext cx="5049571" cy="1024359"/>
            <a:chOff x="0" y="0"/>
            <a:chExt cx="1329928" cy="2697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29928" cy="269790"/>
            </a:xfrm>
            <a:custGeom>
              <a:avLst/>
              <a:gdLst/>
              <a:ahLst/>
              <a:cxnLst/>
              <a:rect r="r" b="b" t="t" l="l"/>
              <a:pathLst>
                <a:path h="269790" w="1329928">
                  <a:moveTo>
                    <a:pt x="0" y="0"/>
                  </a:moveTo>
                  <a:lnTo>
                    <a:pt x="1329928" y="0"/>
                  </a:lnTo>
                  <a:lnTo>
                    <a:pt x="1329928" y="269790"/>
                  </a:lnTo>
                  <a:lnTo>
                    <a:pt x="0" y="269790"/>
                  </a:lnTo>
                  <a:close/>
                </a:path>
              </a:pathLst>
            </a:custGeom>
            <a:gradFill rotWithShape="true">
              <a:gsLst>
                <a:gs pos="0">
                  <a:srgbClr val="9FDA5E">
                    <a:alpha val="66000"/>
                  </a:srgbClr>
                </a:gs>
                <a:gs pos="100000">
                  <a:srgbClr val="FCC8DB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29928" cy="30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46313" y="1523123"/>
            <a:ext cx="17058160" cy="151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114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APA ITU NESTED LOOP?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05867" y="4112563"/>
            <a:ext cx="11876267" cy="4300394"/>
            <a:chOff x="0" y="0"/>
            <a:chExt cx="15835022" cy="573385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278341" cy="5733859"/>
              <a:chOff x="0" y="0"/>
              <a:chExt cx="1042635" cy="1132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42635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42635">
                    <a:moveTo>
                      <a:pt x="99738" y="0"/>
                    </a:moveTo>
                    <a:lnTo>
                      <a:pt x="942897" y="0"/>
                    </a:lnTo>
                    <a:cubicBezTo>
                      <a:pt x="997981" y="0"/>
                      <a:pt x="1042635" y="44654"/>
                      <a:pt x="1042635" y="99738"/>
                    </a:cubicBezTo>
                    <a:lnTo>
                      <a:pt x="1042635" y="1032876"/>
                    </a:lnTo>
                    <a:cubicBezTo>
                      <a:pt x="1042635" y="1059328"/>
                      <a:pt x="1032127" y="1084697"/>
                      <a:pt x="1013423" y="1103402"/>
                    </a:cubicBezTo>
                    <a:cubicBezTo>
                      <a:pt x="994718" y="1122106"/>
                      <a:pt x="969349" y="1132614"/>
                      <a:pt x="942897" y="1132614"/>
                    </a:cubicBezTo>
                    <a:lnTo>
                      <a:pt x="99738" y="1132614"/>
                    </a:lnTo>
                    <a:cubicBezTo>
                      <a:pt x="44654" y="1132614"/>
                      <a:pt x="0" y="1087960"/>
                      <a:pt x="0" y="1032876"/>
                    </a:cubicBezTo>
                    <a:lnTo>
                      <a:pt x="0" y="99738"/>
                    </a:lnTo>
                    <a:cubicBezTo>
                      <a:pt x="0" y="44654"/>
                      <a:pt x="44654" y="0"/>
                      <a:pt x="99738" y="0"/>
                    </a:cubicBezTo>
                    <a:close/>
                  </a:path>
                </a:pathLst>
              </a:custGeom>
              <a:solidFill>
                <a:srgbClr val="77BFD7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42635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278341" y="0"/>
              <a:ext cx="5278341" cy="5733859"/>
              <a:chOff x="0" y="0"/>
              <a:chExt cx="1042635" cy="1132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42635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42635">
                    <a:moveTo>
                      <a:pt x="99738" y="0"/>
                    </a:moveTo>
                    <a:lnTo>
                      <a:pt x="942897" y="0"/>
                    </a:lnTo>
                    <a:cubicBezTo>
                      <a:pt x="997981" y="0"/>
                      <a:pt x="1042635" y="44654"/>
                      <a:pt x="1042635" y="99738"/>
                    </a:cubicBezTo>
                    <a:lnTo>
                      <a:pt x="1042635" y="1032876"/>
                    </a:lnTo>
                    <a:cubicBezTo>
                      <a:pt x="1042635" y="1059328"/>
                      <a:pt x="1032127" y="1084697"/>
                      <a:pt x="1013423" y="1103402"/>
                    </a:cubicBezTo>
                    <a:cubicBezTo>
                      <a:pt x="994718" y="1122106"/>
                      <a:pt x="969349" y="1132614"/>
                      <a:pt x="942897" y="1132614"/>
                    </a:cubicBezTo>
                    <a:lnTo>
                      <a:pt x="99738" y="1132614"/>
                    </a:lnTo>
                    <a:cubicBezTo>
                      <a:pt x="44654" y="1132614"/>
                      <a:pt x="0" y="1087960"/>
                      <a:pt x="0" y="1032876"/>
                    </a:cubicBezTo>
                    <a:lnTo>
                      <a:pt x="0" y="99738"/>
                    </a:lnTo>
                    <a:cubicBezTo>
                      <a:pt x="0" y="44654"/>
                      <a:pt x="44654" y="0"/>
                      <a:pt x="99738" y="0"/>
                    </a:cubicBezTo>
                    <a:close/>
                  </a:path>
                </a:pathLst>
              </a:custGeom>
              <a:solidFill>
                <a:srgbClr val="E8B98C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42635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0556681" y="0"/>
              <a:ext cx="5278341" cy="5733859"/>
              <a:chOff x="0" y="0"/>
              <a:chExt cx="1042635" cy="113261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2635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42635">
                    <a:moveTo>
                      <a:pt x="99738" y="0"/>
                    </a:moveTo>
                    <a:lnTo>
                      <a:pt x="942897" y="0"/>
                    </a:lnTo>
                    <a:cubicBezTo>
                      <a:pt x="997981" y="0"/>
                      <a:pt x="1042635" y="44654"/>
                      <a:pt x="1042635" y="99738"/>
                    </a:cubicBezTo>
                    <a:lnTo>
                      <a:pt x="1042635" y="1032876"/>
                    </a:lnTo>
                    <a:cubicBezTo>
                      <a:pt x="1042635" y="1059328"/>
                      <a:pt x="1032127" y="1084697"/>
                      <a:pt x="1013423" y="1103402"/>
                    </a:cubicBezTo>
                    <a:cubicBezTo>
                      <a:pt x="994718" y="1122106"/>
                      <a:pt x="969349" y="1132614"/>
                      <a:pt x="942897" y="1132614"/>
                    </a:cubicBezTo>
                    <a:lnTo>
                      <a:pt x="99738" y="1132614"/>
                    </a:lnTo>
                    <a:cubicBezTo>
                      <a:pt x="44654" y="1132614"/>
                      <a:pt x="0" y="1087960"/>
                      <a:pt x="0" y="1032876"/>
                    </a:cubicBezTo>
                    <a:lnTo>
                      <a:pt x="0" y="99738"/>
                    </a:lnTo>
                    <a:cubicBezTo>
                      <a:pt x="0" y="44654"/>
                      <a:pt x="44654" y="0"/>
                      <a:pt x="99738" y="0"/>
                    </a:cubicBezTo>
                    <a:close/>
                  </a:path>
                </a:pathLst>
              </a:custGeom>
              <a:solidFill>
                <a:srgbClr val="A8B99A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2635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7229541" y="6015110"/>
            <a:ext cx="3891704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4500">
                <a:solidFill>
                  <a:srgbClr val="5B3824"/>
                </a:solidFill>
                <a:latin typeface="Poppins Bold"/>
                <a:ea typeface="Poppins Bold"/>
                <a:cs typeface="Poppins Bold"/>
                <a:sym typeface="Poppins Bold"/>
              </a:rPr>
              <a:t>TUJUAN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21245" y="6015110"/>
            <a:ext cx="3891704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4500">
                <a:solidFill>
                  <a:srgbClr val="30432D"/>
                </a:solidFill>
                <a:latin typeface="Poppins Bold"/>
                <a:ea typeface="Poppins Bold"/>
                <a:cs typeface="Poppins Bold"/>
                <a:sym typeface="Poppins Bold"/>
              </a:rPr>
              <a:t>FUNGSI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05668" y="6015110"/>
            <a:ext cx="3802273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4500">
                <a:solidFill>
                  <a:srgbClr val="244653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34160" y="233851"/>
            <a:ext cx="1819680" cy="1589698"/>
          </a:xfrm>
          <a:custGeom>
            <a:avLst/>
            <a:gdLst/>
            <a:ahLst/>
            <a:cxnLst/>
            <a:rect r="r" b="b" t="t" l="l"/>
            <a:pathLst>
              <a:path h="1589698" w="1819680">
                <a:moveTo>
                  <a:pt x="0" y="0"/>
                </a:moveTo>
                <a:lnTo>
                  <a:pt x="1819680" y="0"/>
                </a:lnTo>
                <a:lnTo>
                  <a:pt x="1819680" y="1589698"/>
                </a:lnTo>
                <a:lnTo>
                  <a:pt x="0" y="1589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36570" y="3948382"/>
            <a:ext cx="5216635" cy="5335911"/>
            <a:chOff x="0" y="0"/>
            <a:chExt cx="1373929" cy="14053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929" cy="1405343"/>
            </a:xfrm>
            <a:custGeom>
              <a:avLst/>
              <a:gdLst/>
              <a:ahLst/>
              <a:cxnLst/>
              <a:rect r="r" b="b" t="t" l="l"/>
              <a:pathLst>
                <a:path h="1405343" w="1373929">
                  <a:moveTo>
                    <a:pt x="75688" y="0"/>
                  </a:moveTo>
                  <a:lnTo>
                    <a:pt x="1298240" y="0"/>
                  </a:lnTo>
                  <a:cubicBezTo>
                    <a:pt x="1318314" y="0"/>
                    <a:pt x="1337566" y="7974"/>
                    <a:pt x="1351760" y="22169"/>
                  </a:cubicBezTo>
                  <a:cubicBezTo>
                    <a:pt x="1365954" y="36363"/>
                    <a:pt x="1373929" y="55614"/>
                    <a:pt x="1373929" y="75688"/>
                  </a:cubicBezTo>
                  <a:lnTo>
                    <a:pt x="1373929" y="1329655"/>
                  </a:lnTo>
                  <a:cubicBezTo>
                    <a:pt x="1373929" y="1349728"/>
                    <a:pt x="1365954" y="1368980"/>
                    <a:pt x="1351760" y="1383174"/>
                  </a:cubicBezTo>
                  <a:cubicBezTo>
                    <a:pt x="1337566" y="1397369"/>
                    <a:pt x="1318314" y="1405343"/>
                    <a:pt x="1298240" y="1405343"/>
                  </a:cubicBezTo>
                  <a:lnTo>
                    <a:pt x="75688" y="1405343"/>
                  </a:lnTo>
                  <a:cubicBezTo>
                    <a:pt x="33887" y="1405343"/>
                    <a:pt x="0" y="1371456"/>
                    <a:pt x="0" y="1329655"/>
                  </a:cubicBezTo>
                  <a:lnTo>
                    <a:pt x="0" y="75688"/>
                  </a:lnTo>
                  <a:cubicBezTo>
                    <a:pt x="0" y="55614"/>
                    <a:pt x="7974" y="36363"/>
                    <a:pt x="22169" y="22169"/>
                  </a:cubicBezTo>
                  <a:cubicBezTo>
                    <a:pt x="36363" y="7974"/>
                    <a:pt x="55614" y="0"/>
                    <a:pt x="75688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3929" cy="1443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53206" y="4983899"/>
            <a:ext cx="3958756" cy="4300394"/>
            <a:chOff x="0" y="0"/>
            <a:chExt cx="1042635" cy="1132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635" cy="1132614"/>
            </a:xfrm>
            <a:custGeom>
              <a:avLst/>
              <a:gdLst/>
              <a:ahLst/>
              <a:cxnLst/>
              <a:rect r="r" b="b" t="t" l="l"/>
              <a:pathLst>
                <a:path h="1132614" w="1042635">
                  <a:moveTo>
                    <a:pt x="99738" y="0"/>
                  </a:moveTo>
                  <a:lnTo>
                    <a:pt x="942897" y="0"/>
                  </a:lnTo>
                  <a:cubicBezTo>
                    <a:pt x="997981" y="0"/>
                    <a:pt x="1042635" y="44654"/>
                    <a:pt x="1042635" y="99738"/>
                  </a:cubicBezTo>
                  <a:lnTo>
                    <a:pt x="1042635" y="1032876"/>
                  </a:lnTo>
                  <a:cubicBezTo>
                    <a:pt x="1042635" y="1059328"/>
                    <a:pt x="1032127" y="1084697"/>
                    <a:pt x="1013423" y="1103402"/>
                  </a:cubicBezTo>
                  <a:cubicBezTo>
                    <a:pt x="994718" y="1122106"/>
                    <a:pt x="969349" y="1132614"/>
                    <a:pt x="942897" y="1132614"/>
                  </a:cubicBezTo>
                  <a:lnTo>
                    <a:pt x="99738" y="1132614"/>
                  </a:lnTo>
                  <a:cubicBezTo>
                    <a:pt x="44654" y="1132614"/>
                    <a:pt x="0" y="1087960"/>
                    <a:pt x="0" y="1032876"/>
                  </a:cubicBezTo>
                  <a:lnTo>
                    <a:pt x="0" y="99738"/>
                  </a:lnTo>
                  <a:cubicBezTo>
                    <a:pt x="0" y="44654"/>
                    <a:pt x="44654" y="0"/>
                    <a:pt x="99738" y="0"/>
                  </a:cubicBezTo>
                  <a:close/>
                </a:path>
              </a:pathLst>
            </a:custGeom>
            <a:solidFill>
              <a:srgbClr val="E8B98C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2635" cy="1170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11961" y="4983899"/>
            <a:ext cx="3958756" cy="4300394"/>
            <a:chOff x="0" y="0"/>
            <a:chExt cx="1042635" cy="1132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635" cy="1132614"/>
            </a:xfrm>
            <a:custGeom>
              <a:avLst/>
              <a:gdLst/>
              <a:ahLst/>
              <a:cxnLst/>
              <a:rect r="r" b="b" t="t" l="l"/>
              <a:pathLst>
                <a:path h="1132614" w="1042635">
                  <a:moveTo>
                    <a:pt x="99738" y="0"/>
                  </a:moveTo>
                  <a:lnTo>
                    <a:pt x="942897" y="0"/>
                  </a:lnTo>
                  <a:cubicBezTo>
                    <a:pt x="997981" y="0"/>
                    <a:pt x="1042635" y="44654"/>
                    <a:pt x="1042635" y="99738"/>
                  </a:cubicBezTo>
                  <a:lnTo>
                    <a:pt x="1042635" y="1032876"/>
                  </a:lnTo>
                  <a:cubicBezTo>
                    <a:pt x="1042635" y="1059328"/>
                    <a:pt x="1032127" y="1084697"/>
                    <a:pt x="1013423" y="1103402"/>
                  </a:cubicBezTo>
                  <a:cubicBezTo>
                    <a:pt x="994718" y="1122106"/>
                    <a:pt x="969349" y="1132614"/>
                    <a:pt x="942897" y="1132614"/>
                  </a:cubicBezTo>
                  <a:lnTo>
                    <a:pt x="99738" y="1132614"/>
                  </a:lnTo>
                  <a:cubicBezTo>
                    <a:pt x="44654" y="1132614"/>
                    <a:pt x="0" y="1087960"/>
                    <a:pt x="0" y="1032876"/>
                  </a:cubicBezTo>
                  <a:lnTo>
                    <a:pt x="0" y="99738"/>
                  </a:lnTo>
                  <a:cubicBezTo>
                    <a:pt x="0" y="44654"/>
                    <a:pt x="44654" y="0"/>
                    <a:pt x="99738" y="0"/>
                  </a:cubicBezTo>
                  <a:close/>
                </a:path>
              </a:pathLst>
            </a:custGeom>
            <a:solidFill>
              <a:srgbClr val="A8B99A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2635" cy="1170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279013" y="6886446"/>
            <a:ext cx="3891704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4500">
                <a:solidFill>
                  <a:srgbClr val="30432D"/>
                </a:solidFill>
                <a:latin typeface="Poppins Bold"/>
                <a:ea typeface="Poppins Bold"/>
                <a:cs typeface="Poppins Bold"/>
                <a:sym typeface="Poppins Bold"/>
              </a:rPr>
              <a:t>FUNGSI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1640" y="5610096"/>
            <a:ext cx="4966495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-5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Nested loop atau </a:t>
            </a:r>
            <a:r>
              <a:rPr lang="en-US" sz="2999" spc="-5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perulangan bersarang adalah struktur perulangan (loop) di dalam perulangan lainnya.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9560" y="4533900"/>
            <a:ext cx="477065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b="true" sz="5000">
                <a:solidFill>
                  <a:srgbClr val="244653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3206" y="6886446"/>
            <a:ext cx="3891704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4500">
                <a:solidFill>
                  <a:srgbClr val="5B3824"/>
                </a:solidFill>
                <a:latin typeface="Poppins Bold"/>
                <a:ea typeface="Poppins Bold"/>
                <a:cs typeface="Poppins Bold"/>
                <a:sym typeface="Poppins Bold"/>
              </a:rPr>
              <a:t>TUJUAN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166121" y="7431276"/>
            <a:ext cx="2186878" cy="2226496"/>
          </a:xfrm>
          <a:custGeom>
            <a:avLst/>
            <a:gdLst/>
            <a:ahLst/>
            <a:cxnLst/>
            <a:rect r="r" b="b" t="t" l="l"/>
            <a:pathLst>
              <a:path h="2226496" w="2186878">
                <a:moveTo>
                  <a:pt x="0" y="0"/>
                </a:moveTo>
                <a:lnTo>
                  <a:pt x="2186879" y="0"/>
                </a:lnTo>
                <a:lnTo>
                  <a:pt x="2186879" y="2226496"/>
                </a:lnTo>
                <a:lnTo>
                  <a:pt x="0" y="2226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6494634">
            <a:off x="15213326" y="2841860"/>
            <a:ext cx="1586412" cy="2115216"/>
          </a:xfrm>
          <a:custGeom>
            <a:avLst/>
            <a:gdLst/>
            <a:ahLst/>
            <a:cxnLst/>
            <a:rect r="r" b="b" t="t" l="l"/>
            <a:pathLst>
              <a:path h="2115216" w="1586412">
                <a:moveTo>
                  <a:pt x="0" y="0"/>
                </a:moveTo>
                <a:lnTo>
                  <a:pt x="1586412" y="0"/>
                </a:lnTo>
                <a:lnTo>
                  <a:pt x="1586412" y="2115216"/>
                </a:lnTo>
                <a:lnTo>
                  <a:pt x="0" y="2115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6313" y="1523123"/>
            <a:ext cx="17058160" cy="151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114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APA ITU NESTED LOOP?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87100" y="3961263"/>
            <a:ext cx="4300538" cy="5323030"/>
            <a:chOff x="0" y="0"/>
            <a:chExt cx="1132652" cy="1401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2652" cy="1401950"/>
            </a:xfrm>
            <a:custGeom>
              <a:avLst/>
              <a:gdLst/>
              <a:ahLst/>
              <a:cxnLst/>
              <a:rect r="r" b="b" t="t" l="l"/>
              <a:pathLst>
                <a:path h="1401950" w="1132652">
                  <a:moveTo>
                    <a:pt x="91811" y="0"/>
                  </a:moveTo>
                  <a:lnTo>
                    <a:pt x="1040841" y="0"/>
                  </a:lnTo>
                  <a:cubicBezTo>
                    <a:pt x="1065191" y="0"/>
                    <a:pt x="1088543" y="9673"/>
                    <a:pt x="1105761" y="26891"/>
                  </a:cubicBezTo>
                  <a:cubicBezTo>
                    <a:pt x="1122979" y="44109"/>
                    <a:pt x="1132652" y="67461"/>
                    <a:pt x="1132652" y="91811"/>
                  </a:cubicBezTo>
                  <a:lnTo>
                    <a:pt x="1132652" y="1310139"/>
                  </a:lnTo>
                  <a:cubicBezTo>
                    <a:pt x="1132652" y="1334489"/>
                    <a:pt x="1122979" y="1357841"/>
                    <a:pt x="1105761" y="1375059"/>
                  </a:cubicBezTo>
                  <a:cubicBezTo>
                    <a:pt x="1088543" y="1392277"/>
                    <a:pt x="1065191" y="1401950"/>
                    <a:pt x="1040841" y="1401950"/>
                  </a:cubicBezTo>
                  <a:lnTo>
                    <a:pt x="91811" y="1401950"/>
                  </a:lnTo>
                  <a:cubicBezTo>
                    <a:pt x="67461" y="1401950"/>
                    <a:pt x="44109" y="1392277"/>
                    <a:pt x="26891" y="1375059"/>
                  </a:cubicBezTo>
                  <a:cubicBezTo>
                    <a:pt x="9673" y="1357841"/>
                    <a:pt x="0" y="1334489"/>
                    <a:pt x="0" y="1310139"/>
                  </a:cubicBezTo>
                  <a:lnTo>
                    <a:pt x="0" y="91811"/>
                  </a:lnTo>
                  <a:cubicBezTo>
                    <a:pt x="0" y="67461"/>
                    <a:pt x="9673" y="44109"/>
                    <a:pt x="26891" y="26891"/>
                  </a:cubicBezTo>
                  <a:cubicBezTo>
                    <a:pt x="44109" y="9673"/>
                    <a:pt x="67461" y="0"/>
                    <a:pt x="91811" y="0"/>
                  </a:cubicBezTo>
                  <a:close/>
                </a:path>
              </a:pathLst>
            </a:custGeom>
            <a:solidFill>
              <a:srgbClr val="E8B98C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2652" cy="14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65644" y="4983899"/>
            <a:ext cx="3958756" cy="4300394"/>
            <a:chOff x="0" y="0"/>
            <a:chExt cx="5278341" cy="573385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78341" cy="5733859"/>
              <a:chOff x="0" y="0"/>
              <a:chExt cx="1042635" cy="1132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2635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42635">
                    <a:moveTo>
                      <a:pt x="99738" y="0"/>
                    </a:moveTo>
                    <a:lnTo>
                      <a:pt x="942897" y="0"/>
                    </a:lnTo>
                    <a:cubicBezTo>
                      <a:pt x="997981" y="0"/>
                      <a:pt x="1042635" y="44654"/>
                      <a:pt x="1042635" y="99738"/>
                    </a:cubicBezTo>
                    <a:lnTo>
                      <a:pt x="1042635" y="1032876"/>
                    </a:lnTo>
                    <a:cubicBezTo>
                      <a:pt x="1042635" y="1059328"/>
                      <a:pt x="1032127" y="1084697"/>
                      <a:pt x="1013423" y="1103402"/>
                    </a:cubicBezTo>
                    <a:cubicBezTo>
                      <a:pt x="994718" y="1122106"/>
                      <a:pt x="969349" y="1132614"/>
                      <a:pt x="942897" y="1132614"/>
                    </a:cubicBezTo>
                    <a:lnTo>
                      <a:pt x="99738" y="1132614"/>
                    </a:lnTo>
                    <a:cubicBezTo>
                      <a:pt x="44654" y="1132614"/>
                      <a:pt x="0" y="1087960"/>
                      <a:pt x="0" y="1032876"/>
                    </a:cubicBezTo>
                    <a:lnTo>
                      <a:pt x="0" y="99738"/>
                    </a:lnTo>
                    <a:cubicBezTo>
                      <a:pt x="0" y="44654"/>
                      <a:pt x="44654" y="0"/>
                      <a:pt x="99738" y="0"/>
                    </a:cubicBezTo>
                    <a:close/>
                  </a:path>
                </a:pathLst>
              </a:custGeom>
              <a:solidFill>
                <a:srgbClr val="A8B99A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42635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89402" y="2492279"/>
              <a:ext cx="5188939" cy="770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en-US" b="true" sz="4500">
                  <a:solidFill>
                    <a:srgbClr val="304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FUNGSI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49602" y="4983899"/>
            <a:ext cx="4770655" cy="4300394"/>
            <a:chOff x="0" y="0"/>
            <a:chExt cx="6360873" cy="573385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440300" y="0"/>
              <a:ext cx="5480274" cy="5733859"/>
              <a:chOff x="0" y="0"/>
              <a:chExt cx="1082523" cy="11326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2523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82523">
                    <a:moveTo>
                      <a:pt x="96063" y="0"/>
                    </a:moveTo>
                    <a:lnTo>
                      <a:pt x="986460" y="0"/>
                    </a:lnTo>
                    <a:cubicBezTo>
                      <a:pt x="1039514" y="0"/>
                      <a:pt x="1082523" y="43009"/>
                      <a:pt x="1082523" y="96063"/>
                    </a:cubicBezTo>
                    <a:lnTo>
                      <a:pt x="1082523" y="1036551"/>
                    </a:lnTo>
                    <a:cubicBezTo>
                      <a:pt x="1082523" y="1089605"/>
                      <a:pt x="1039514" y="1132614"/>
                      <a:pt x="986460" y="1132614"/>
                    </a:cubicBezTo>
                    <a:lnTo>
                      <a:pt x="96063" y="1132614"/>
                    </a:lnTo>
                    <a:cubicBezTo>
                      <a:pt x="43009" y="1132614"/>
                      <a:pt x="0" y="1089605"/>
                      <a:pt x="0" y="1036551"/>
                    </a:cubicBezTo>
                    <a:lnTo>
                      <a:pt x="0" y="96063"/>
                    </a:lnTo>
                    <a:cubicBezTo>
                      <a:pt x="0" y="43009"/>
                      <a:pt x="43009" y="0"/>
                      <a:pt x="96063" y="0"/>
                    </a:cubicBezTo>
                    <a:close/>
                  </a:path>
                </a:pathLst>
              </a:custGeom>
              <a:solidFill>
                <a:srgbClr val="77BFD7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82523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2492279"/>
              <a:ext cx="6360873" cy="770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en-US" b="true" sz="4500">
                  <a:solidFill>
                    <a:srgbClr val="2446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PENGERTIAN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91517" y="4348306"/>
            <a:ext cx="389170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b="true" sz="5000">
                <a:solidFill>
                  <a:srgbClr val="5B3824"/>
                </a:solidFill>
                <a:latin typeface="Poppins Bold"/>
                <a:ea typeface="Poppins Bold"/>
                <a:cs typeface="Poppins Bold"/>
                <a:sym typeface="Poppins Bold"/>
              </a:rPr>
              <a:t>TUJUAN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09093" y="5238966"/>
            <a:ext cx="4056551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6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</a:t>
            </a:r>
            <a:r>
              <a:rPr lang="en-US" sz="3000" spc="-6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emecahkan masalah yang membutuhkan iterasi ganda atau </a:t>
            </a:r>
          </a:p>
          <a:p>
            <a:pPr algn="ctr">
              <a:lnSpc>
                <a:spcPts val="4200"/>
              </a:lnSpc>
            </a:pPr>
            <a:r>
              <a:rPr lang="en-US" sz="3000" spc="-6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multi-dimensi secara efisien.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86724" y="7972641"/>
            <a:ext cx="2101289" cy="1871461"/>
          </a:xfrm>
          <a:custGeom>
            <a:avLst/>
            <a:gdLst/>
            <a:ahLst/>
            <a:cxnLst/>
            <a:rect r="r" b="b" t="t" l="l"/>
            <a:pathLst>
              <a:path h="1871461" w="2101289">
                <a:moveTo>
                  <a:pt x="0" y="0"/>
                </a:moveTo>
                <a:lnTo>
                  <a:pt x="2101289" y="0"/>
                </a:lnTo>
                <a:lnTo>
                  <a:pt x="2101289" y="1871461"/>
                </a:lnTo>
                <a:lnTo>
                  <a:pt x="0" y="187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301101">
            <a:off x="2592648" y="2993948"/>
            <a:ext cx="2526865" cy="1934631"/>
          </a:xfrm>
          <a:custGeom>
            <a:avLst/>
            <a:gdLst/>
            <a:ahLst/>
            <a:cxnLst/>
            <a:rect r="r" b="b" t="t" l="l"/>
            <a:pathLst>
              <a:path h="1934631" w="2526865">
                <a:moveTo>
                  <a:pt x="0" y="0"/>
                </a:moveTo>
                <a:lnTo>
                  <a:pt x="2526865" y="0"/>
                </a:lnTo>
                <a:lnTo>
                  <a:pt x="2526865" y="1934630"/>
                </a:lnTo>
                <a:lnTo>
                  <a:pt x="0" y="1934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46313" y="1523123"/>
            <a:ext cx="17058160" cy="151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114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APA ITU NESTED LOOP?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159315" y="4931913"/>
            <a:ext cx="8550636" cy="4326387"/>
            <a:chOff x="0" y="0"/>
            <a:chExt cx="11400847" cy="576851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40300" y="17329"/>
              <a:ext cx="5480274" cy="5733859"/>
              <a:chOff x="0" y="0"/>
              <a:chExt cx="1082523" cy="1132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82523" cy="1132614"/>
              </a:xfrm>
              <a:custGeom>
                <a:avLst/>
                <a:gdLst/>
                <a:ahLst/>
                <a:cxnLst/>
                <a:rect r="r" b="b" t="t" l="l"/>
                <a:pathLst>
                  <a:path h="1132614" w="1082523">
                    <a:moveTo>
                      <a:pt x="96063" y="0"/>
                    </a:moveTo>
                    <a:lnTo>
                      <a:pt x="986460" y="0"/>
                    </a:lnTo>
                    <a:cubicBezTo>
                      <a:pt x="1039514" y="0"/>
                      <a:pt x="1082523" y="43009"/>
                      <a:pt x="1082523" y="96063"/>
                    </a:cubicBezTo>
                    <a:lnTo>
                      <a:pt x="1082523" y="1036551"/>
                    </a:lnTo>
                    <a:cubicBezTo>
                      <a:pt x="1082523" y="1089605"/>
                      <a:pt x="1039514" y="1132614"/>
                      <a:pt x="986460" y="1132614"/>
                    </a:cubicBezTo>
                    <a:lnTo>
                      <a:pt x="96063" y="1132614"/>
                    </a:lnTo>
                    <a:cubicBezTo>
                      <a:pt x="43009" y="1132614"/>
                      <a:pt x="0" y="1089605"/>
                      <a:pt x="0" y="1036551"/>
                    </a:cubicBezTo>
                    <a:lnTo>
                      <a:pt x="0" y="96063"/>
                    </a:lnTo>
                    <a:cubicBezTo>
                      <a:pt x="0" y="43009"/>
                      <a:pt x="43009" y="0"/>
                      <a:pt x="96063" y="0"/>
                    </a:cubicBezTo>
                    <a:close/>
                  </a:path>
                </a:pathLst>
              </a:custGeom>
              <a:solidFill>
                <a:srgbClr val="77BFD7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82523" cy="1170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509608"/>
              <a:ext cx="6360873" cy="770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en-US" b="true" sz="4500">
                  <a:solidFill>
                    <a:srgbClr val="24465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PENGERTIAN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920574" y="0"/>
              <a:ext cx="5480274" cy="5768516"/>
              <a:chOff x="0" y="0"/>
              <a:chExt cx="1082523" cy="11394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2523" cy="1139460"/>
              </a:xfrm>
              <a:custGeom>
                <a:avLst/>
                <a:gdLst/>
                <a:ahLst/>
                <a:cxnLst/>
                <a:rect r="r" b="b" t="t" l="l"/>
                <a:pathLst>
                  <a:path h="1139460" w="1082523">
                    <a:moveTo>
                      <a:pt x="96063" y="0"/>
                    </a:moveTo>
                    <a:lnTo>
                      <a:pt x="986460" y="0"/>
                    </a:lnTo>
                    <a:cubicBezTo>
                      <a:pt x="1039514" y="0"/>
                      <a:pt x="1082523" y="43009"/>
                      <a:pt x="1082523" y="96063"/>
                    </a:cubicBezTo>
                    <a:lnTo>
                      <a:pt x="1082523" y="1043397"/>
                    </a:lnTo>
                    <a:cubicBezTo>
                      <a:pt x="1082523" y="1096451"/>
                      <a:pt x="1039514" y="1139460"/>
                      <a:pt x="986460" y="1139460"/>
                    </a:cubicBezTo>
                    <a:lnTo>
                      <a:pt x="96063" y="1139460"/>
                    </a:lnTo>
                    <a:cubicBezTo>
                      <a:pt x="43009" y="1139460"/>
                      <a:pt x="0" y="1096451"/>
                      <a:pt x="0" y="1043397"/>
                    </a:cubicBezTo>
                    <a:lnTo>
                      <a:pt x="0" y="96063"/>
                    </a:lnTo>
                    <a:cubicBezTo>
                      <a:pt x="0" y="43009"/>
                      <a:pt x="43009" y="0"/>
                      <a:pt x="96063" y="0"/>
                    </a:cubicBezTo>
                    <a:close/>
                  </a:path>
                </a:pathLst>
              </a:custGeom>
              <a:solidFill>
                <a:srgbClr val="E8B98C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82523" cy="1177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104865" y="2582817"/>
              <a:ext cx="5188939" cy="770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en-US" b="true" sz="4500">
                  <a:solidFill>
                    <a:srgbClr val="5B382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TUJUAN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92470" y="3460256"/>
            <a:ext cx="6376663" cy="5798044"/>
            <a:chOff x="0" y="0"/>
            <a:chExt cx="8502217" cy="773072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85409" y="0"/>
              <a:ext cx="7931399" cy="7730725"/>
              <a:chOff x="0" y="0"/>
              <a:chExt cx="1566696" cy="152705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566696" cy="1527057"/>
              </a:xfrm>
              <a:custGeom>
                <a:avLst/>
                <a:gdLst/>
                <a:ahLst/>
                <a:cxnLst/>
                <a:rect r="r" b="b" t="t" l="l"/>
                <a:pathLst>
                  <a:path h="1527057" w="1566696">
                    <a:moveTo>
                      <a:pt x="66376" y="0"/>
                    </a:moveTo>
                    <a:lnTo>
                      <a:pt x="1500321" y="0"/>
                    </a:lnTo>
                    <a:cubicBezTo>
                      <a:pt x="1536979" y="0"/>
                      <a:pt x="1566696" y="29717"/>
                      <a:pt x="1566696" y="66376"/>
                    </a:cubicBezTo>
                    <a:lnTo>
                      <a:pt x="1566696" y="1460681"/>
                    </a:lnTo>
                    <a:cubicBezTo>
                      <a:pt x="1566696" y="1497340"/>
                      <a:pt x="1536979" y="1527057"/>
                      <a:pt x="1500321" y="1527057"/>
                    </a:cubicBezTo>
                    <a:lnTo>
                      <a:pt x="66376" y="1527057"/>
                    </a:lnTo>
                    <a:cubicBezTo>
                      <a:pt x="29717" y="1527057"/>
                      <a:pt x="0" y="1497340"/>
                      <a:pt x="0" y="1460681"/>
                    </a:cubicBezTo>
                    <a:lnTo>
                      <a:pt x="0" y="66376"/>
                    </a:lnTo>
                    <a:cubicBezTo>
                      <a:pt x="0" y="29717"/>
                      <a:pt x="29717" y="0"/>
                      <a:pt x="66376" y="0"/>
                    </a:cubicBezTo>
                    <a:close/>
                  </a:path>
                </a:pathLst>
              </a:custGeom>
              <a:solidFill>
                <a:srgbClr val="A8B99A"/>
              </a:solidFill>
              <a:ln w="95250" cap="rnd">
                <a:solidFill>
                  <a:srgbClr val="222222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566696" cy="1565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656639" y="301186"/>
              <a:ext cx="5188939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b="true" sz="5000">
                  <a:solidFill>
                    <a:srgbClr val="304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FUNGSI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31436"/>
              <a:ext cx="8502217" cy="6318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59">
                  <a:solidFill>
                    <a:srgbClr val="343434"/>
                  </a:solidFill>
                  <a:latin typeface="Jua"/>
                  <a:ea typeface="Jua"/>
                  <a:cs typeface="Jua"/>
                  <a:sym typeface="Jua"/>
                </a:rPr>
                <a:t>M</a:t>
              </a:r>
              <a:r>
                <a:rPr lang="en-US" sz="2999" spc="-59">
                  <a:solidFill>
                    <a:srgbClr val="343434"/>
                  </a:solidFill>
                  <a:latin typeface="Jua"/>
                  <a:ea typeface="Jua"/>
                  <a:cs typeface="Jua"/>
                  <a:sym typeface="Jua"/>
                </a:rPr>
                <a:t>engolah Data Multidimensi :                                   Memproses struktur data yang memiliki baris dan kolom, seperti tabel/matriks, data Excel.</a:t>
              </a:r>
            </a:p>
            <a:p>
              <a:pPr algn="l">
                <a:lnSpc>
                  <a:spcPts val="4199"/>
                </a:lnSpc>
              </a:pPr>
            </a:p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59">
                  <a:solidFill>
                    <a:srgbClr val="343434"/>
                  </a:solidFill>
                  <a:latin typeface="Jua"/>
                  <a:ea typeface="Jua"/>
                  <a:cs typeface="Jua"/>
                  <a:sym typeface="Jua"/>
                </a:rPr>
                <a:t>Membuat Pola :                                                             Mencetak pola visual seperti segitiga angka, bentuk bintang, atau tabel perkalian.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718463" y="7508018"/>
            <a:ext cx="2101341" cy="2101341"/>
          </a:xfrm>
          <a:custGeom>
            <a:avLst/>
            <a:gdLst/>
            <a:ahLst/>
            <a:cxnLst/>
            <a:rect r="r" b="b" t="t" l="l"/>
            <a:pathLst>
              <a:path h="2101341" w="2101341">
                <a:moveTo>
                  <a:pt x="0" y="0"/>
                </a:moveTo>
                <a:lnTo>
                  <a:pt x="2101341" y="0"/>
                </a:lnTo>
                <a:lnTo>
                  <a:pt x="2101341" y="2101341"/>
                </a:lnTo>
                <a:lnTo>
                  <a:pt x="0" y="210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356108">
            <a:off x="7451243" y="2864018"/>
            <a:ext cx="2214677" cy="1802501"/>
          </a:xfrm>
          <a:custGeom>
            <a:avLst/>
            <a:gdLst/>
            <a:ahLst/>
            <a:cxnLst/>
            <a:rect r="r" b="b" t="t" l="l"/>
            <a:pathLst>
              <a:path h="1802501" w="2214677">
                <a:moveTo>
                  <a:pt x="0" y="0"/>
                </a:moveTo>
                <a:lnTo>
                  <a:pt x="2214677" y="0"/>
                </a:lnTo>
                <a:lnTo>
                  <a:pt x="2214677" y="1802501"/>
                </a:lnTo>
                <a:lnTo>
                  <a:pt x="0" y="1802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46313" y="1523123"/>
            <a:ext cx="17058160" cy="151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114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APA ITU NESTED LOOP?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9493" y="552921"/>
            <a:ext cx="2108931" cy="741602"/>
          </a:xfrm>
          <a:custGeom>
            <a:avLst/>
            <a:gdLst/>
            <a:ahLst/>
            <a:cxnLst/>
            <a:rect r="r" b="b" t="t" l="l"/>
            <a:pathLst>
              <a:path h="741602" w="2108931">
                <a:moveTo>
                  <a:pt x="0" y="0"/>
                </a:moveTo>
                <a:lnTo>
                  <a:pt x="2108931" y="0"/>
                </a:lnTo>
                <a:lnTo>
                  <a:pt x="2108931" y="741602"/>
                </a:lnTo>
                <a:lnTo>
                  <a:pt x="0" y="741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9278" y="2301824"/>
            <a:ext cx="17454317" cy="6137782"/>
          </a:xfrm>
          <a:custGeom>
            <a:avLst/>
            <a:gdLst/>
            <a:ahLst/>
            <a:cxnLst/>
            <a:rect r="r" b="b" t="t" l="l"/>
            <a:pathLst>
              <a:path h="6137782" w="17454317">
                <a:moveTo>
                  <a:pt x="0" y="0"/>
                </a:moveTo>
                <a:lnTo>
                  <a:pt x="17454318" y="0"/>
                </a:lnTo>
                <a:lnTo>
                  <a:pt x="17454318" y="6137782"/>
                </a:lnTo>
                <a:lnTo>
                  <a:pt x="0" y="61377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7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6347" y="2456763"/>
            <a:ext cx="6075847" cy="6357046"/>
            <a:chOff x="0" y="0"/>
            <a:chExt cx="1994857" cy="20871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4857" cy="2087182"/>
            </a:xfrm>
            <a:custGeom>
              <a:avLst/>
              <a:gdLst/>
              <a:ahLst/>
              <a:cxnLst/>
              <a:rect r="r" b="b" t="t" l="l"/>
              <a:pathLst>
                <a:path h="2087182" w="1994857">
                  <a:moveTo>
                    <a:pt x="64985" y="0"/>
                  </a:moveTo>
                  <a:lnTo>
                    <a:pt x="1929873" y="0"/>
                  </a:lnTo>
                  <a:cubicBezTo>
                    <a:pt x="1947108" y="0"/>
                    <a:pt x="1963637" y="6847"/>
                    <a:pt x="1975824" y="19034"/>
                  </a:cubicBezTo>
                  <a:cubicBezTo>
                    <a:pt x="1988011" y="31221"/>
                    <a:pt x="1994857" y="47750"/>
                    <a:pt x="1994857" y="64985"/>
                  </a:cubicBezTo>
                  <a:lnTo>
                    <a:pt x="1994857" y="2022197"/>
                  </a:lnTo>
                  <a:cubicBezTo>
                    <a:pt x="1994857" y="2039432"/>
                    <a:pt x="1988011" y="2055962"/>
                    <a:pt x="1975824" y="2068149"/>
                  </a:cubicBezTo>
                  <a:cubicBezTo>
                    <a:pt x="1963637" y="2080335"/>
                    <a:pt x="1947108" y="2087182"/>
                    <a:pt x="1929873" y="2087182"/>
                  </a:cubicBezTo>
                  <a:lnTo>
                    <a:pt x="64985" y="2087182"/>
                  </a:lnTo>
                  <a:cubicBezTo>
                    <a:pt x="29095" y="2087182"/>
                    <a:pt x="0" y="2058087"/>
                    <a:pt x="0" y="2022197"/>
                  </a:cubicBezTo>
                  <a:lnTo>
                    <a:pt x="0" y="64985"/>
                  </a:lnTo>
                  <a:cubicBezTo>
                    <a:pt x="0" y="29095"/>
                    <a:pt x="29095" y="0"/>
                    <a:pt x="64985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4857" cy="2125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38883" y="1181100"/>
            <a:ext cx="6838427" cy="1645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6"/>
              </a:lnSpc>
            </a:pPr>
            <a:r>
              <a:rPr lang="en-US" sz="7162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CARA KERJA SINTAKS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38883" y="2636057"/>
            <a:ext cx="7620417" cy="6622243"/>
            <a:chOff x="0" y="0"/>
            <a:chExt cx="2501980" cy="2174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01980" cy="2174253"/>
            </a:xfrm>
            <a:custGeom>
              <a:avLst/>
              <a:gdLst/>
              <a:ahLst/>
              <a:cxnLst/>
              <a:rect r="r" b="b" t="t" l="l"/>
              <a:pathLst>
                <a:path h="2174253" w="2501980">
                  <a:moveTo>
                    <a:pt x="51813" y="0"/>
                  </a:moveTo>
                  <a:lnTo>
                    <a:pt x="2450167" y="0"/>
                  </a:lnTo>
                  <a:cubicBezTo>
                    <a:pt x="2478782" y="0"/>
                    <a:pt x="2501980" y="23198"/>
                    <a:pt x="2501980" y="51813"/>
                  </a:cubicBezTo>
                  <a:lnTo>
                    <a:pt x="2501980" y="2122440"/>
                  </a:lnTo>
                  <a:cubicBezTo>
                    <a:pt x="2501980" y="2151056"/>
                    <a:pt x="2478782" y="2174253"/>
                    <a:pt x="2450167" y="2174253"/>
                  </a:cubicBezTo>
                  <a:lnTo>
                    <a:pt x="51813" y="2174253"/>
                  </a:lnTo>
                  <a:cubicBezTo>
                    <a:pt x="23198" y="2174253"/>
                    <a:pt x="0" y="2151056"/>
                    <a:pt x="0" y="2122440"/>
                  </a:cubicBezTo>
                  <a:lnTo>
                    <a:pt x="0" y="51813"/>
                  </a:lnTo>
                  <a:cubicBezTo>
                    <a:pt x="0" y="23198"/>
                    <a:pt x="23198" y="0"/>
                    <a:pt x="51813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01980" cy="2212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655277"/>
            <a:ext cx="5557532" cy="578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8"/>
              </a:lnSpc>
            </a:pPr>
            <a:r>
              <a:rPr lang="en-US" sz="4020" spc="-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# Perulangan luar (Outer loop)</a:t>
            </a:r>
          </a:p>
          <a:p>
            <a:pPr algn="l">
              <a:lnSpc>
                <a:spcPts val="5628"/>
              </a:lnSpc>
            </a:pPr>
            <a:r>
              <a:rPr lang="en-US" sz="4020" spc="-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for i in range(3): </a:t>
            </a:r>
          </a:p>
          <a:p>
            <a:pPr algn="l">
              <a:lnSpc>
                <a:spcPts val="5628"/>
              </a:lnSpc>
            </a:pPr>
            <a:r>
              <a:rPr lang="en-US" sz="4020" spc="-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# Perulangan dalam (Inner loop)</a:t>
            </a:r>
          </a:p>
          <a:p>
            <a:pPr algn="l">
              <a:lnSpc>
                <a:spcPts val="5628"/>
              </a:lnSpc>
            </a:pPr>
            <a:r>
              <a:rPr lang="en-US" sz="4020" spc="-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for j in range(2): </a:t>
            </a:r>
          </a:p>
          <a:p>
            <a:pPr algn="l">
              <a:lnSpc>
                <a:spcPts val="5628"/>
              </a:lnSpc>
            </a:pPr>
            <a:r>
              <a:rPr lang="en-US" sz="4020" spc="-8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print(f"Baris ke-{i}, Kolom ke-{j}")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278" y="1359315"/>
            <a:ext cx="6909984" cy="93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1"/>
              </a:lnSpc>
            </a:pPr>
            <a:r>
              <a:rPr lang="en-US" sz="715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SINTAKS DASAR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6504" y="2803111"/>
            <a:ext cx="7253876" cy="601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2832" spc="-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1. Program perulangan bergantung dari kita mau melakukan perulanganya, contoh jika kita mau perulangan tiga kali maka i = 3,begitu juga dengan perulangan dalamnya</a:t>
            </a:r>
          </a:p>
          <a:p>
            <a:pPr algn="l">
              <a:lnSpc>
                <a:spcPts val="3964"/>
              </a:lnSpc>
            </a:pPr>
            <a:r>
              <a:rPr lang="en-US" sz="2832" spc="-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2. lalu masuk ke perulangan pertama dimana dimulai dari i=0</a:t>
            </a:r>
          </a:p>
          <a:p>
            <a:pPr algn="l">
              <a:lnSpc>
                <a:spcPts val="3964"/>
              </a:lnSpc>
            </a:pPr>
            <a:r>
              <a:rPr lang="en-US" sz="2832" spc="-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3. Setelah itu masuk ke perulangan dalam dimana dimulai juga dari 0 seperti perulangan luar tapi perbedaan perulangan dalam harus sampai selesai baru lanjut ke perulangan luar</a:t>
            </a:r>
          </a:p>
          <a:p>
            <a:pPr algn="l">
              <a:lnSpc>
                <a:spcPts val="3964"/>
              </a:lnSpc>
            </a:pPr>
            <a:r>
              <a:rPr lang="en-US" sz="2832" spc="-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4. Dan lanjut melakukan perulangan sampai sesuai inputan kita.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60338" y="7511661"/>
            <a:ext cx="1881662" cy="2928567"/>
          </a:xfrm>
          <a:custGeom>
            <a:avLst/>
            <a:gdLst/>
            <a:ahLst/>
            <a:cxnLst/>
            <a:rect r="r" b="b" t="t" l="l"/>
            <a:pathLst>
              <a:path h="2928567" w="1881662">
                <a:moveTo>
                  <a:pt x="0" y="0"/>
                </a:moveTo>
                <a:lnTo>
                  <a:pt x="1881663" y="0"/>
                </a:lnTo>
                <a:lnTo>
                  <a:pt x="1881663" y="2928568"/>
                </a:lnTo>
                <a:lnTo>
                  <a:pt x="0" y="2928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323860" y="447575"/>
            <a:ext cx="2606782" cy="2606782"/>
          </a:xfrm>
          <a:custGeom>
            <a:avLst/>
            <a:gdLst/>
            <a:ahLst/>
            <a:cxnLst/>
            <a:rect r="r" b="b" t="t" l="l"/>
            <a:pathLst>
              <a:path h="2606782" w="2606782">
                <a:moveTo>
                  <a:pt x="0" y="0"/>
                </a:moveTo>
                <a:lnTo>
                  <a:pt x="2606782" y="0"/>
                </a:lnTo>
                <a:lnTo>
                  <a:pt x="2606782" y="2606782"/>
                </a:lnTo>
                <a:lnTo>
                  <a:pt x="0" y="2606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540293" y="-132338"/>
            <a:ext cx="21673387" cy="10856475"/>
            <a:chOff x="0" y="0"/>
            <a:chExt cx="28897849" cy="14475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5529" y="2689121"/>
            <a:ext cx="9730712" cy="6728957"/>
            <a:chOff x="0" y="0"/>
            <a:chExt cx="3492864" cy="2415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2864" cy="2415377"/>
            </a:xfrm>
            <a:custGeom>
              <a:avLst/>
              <a:gdLst/>
              <a:ahLst/>
              <a:cxnLst/>
              <a:rect r="r" b="b" t="t" l="l"/>
              <a:pathLst>
                <a:path h="2415377" w="3492864">
                  <a:moveTo>
                    <a:pt x="40576" y="0"/>
                  </a:moveTo>
                  <a:lnTo>
                    <a:pt x="3452288" y="0"/>
                  </a:lnTo>
                  <a:cubicBezTo>
                    <a:pt x="3474698" y="0"/>
                    <a:pt x="3492864" y="18167"/>
                    <a:pt x="3492864" y="40576"/>
                  </a:cubicBezTo>
                  <a:lnTo>
                    <a:pt x="3492864" y="2374801"/>
                  </a:lnTo>
                  <a:cubicBezTo>
                    <a:pt x="3492864" y="2397210"/>
                    <a:pt x="3474698" y="2415377"/>
                    <a:pt x="3452288" y="2415377"/>
                  </a:cubicBezTo>
                  <a:lnTo>
                    <a:pt x="40576" y="2415377"/>
                  </a:lnTo>
                  <a:cubicBezTo>
                    <a:pt x="18167" y="2415377"/>
                    <a:pt x="0" y="2397210"/>
                    <a:pt x="0" y="2374801"/>
                  </a:cubicBezTo>
                  <a:lnTo>
                    <a:pt x="0" y="40576"/>
                  </a:lnTo>
                  <a:cubicBezTo>
                    <a:pt x="0" y="18167"/>
                    <a:pt x="18167" y="0"/>
                    <a:pt x="40576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92864" cy="2453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71245" y="3900775"/>
            <a:ext cx="6240564" cy="6240564"/>
          </a:xfrm>
          <a:custGeom>
            <a:avLst/>
            <a:gdLst/>
            <a:ahLst/>
            <a:cxnLst/>
            <a:rect r="r" b="b" t="t" l="l"/>
            <a:pathLst>
              <a:path h="6240564" w="6240564">
                <a:moveTo>
                  <a:pt x="0" y="0"/>
                </a:moveTo>
                <a:lnTo>
                  <a:pt x="6240564" y="0"/>
                </a:lnTo>
                <a:lnTo>
                  <a:pt x="6240564" y="6240564"/>
                </a:lnTo>
                <a:lnTo>
                  <a:pt x="0" y="6240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54026" y="609381"/>
            <a:ext cx="8681862" cy="207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</a:pPr>
            <a:r>
              <a:rPr lang="en-US" sz="899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CARA KERJA PELUANGAN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73831" y="3175102"/>
            <a:ext cx="8695592" cy="754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Pola bintang siku-siku bekerja menggunakan 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perulangan bersarang (nested loop)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, di mana perulangan luar menentukan 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jumlah baris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ke bawah, sementara perulangan dalam mencetak 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jumlah bintang</a:t>
            </a:r>
            <a:r>
              <a:rPr lang="en-US" sz="3519" spc="-7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ke samping yang jumlahnya selalu mengikuti nomor baris saat itu (misalnya, baris ketiga akan mencetak tiga bintang), lalu berpindah baris baru hingga seluruh pola selesai terbentuk.</a:t>
            </a:r>
          </a:p>
          <a:p>
            <a:pPr algn="l">
              <a:lnSpc>
                <a:spcPts val="4927"/>
              </a:lnSpc>
            </a:pPr>
          </a:p>
          <a:p>
            <a:pPr algn="l">
              <a:lnSpc>
                <a:spcPts val="4927"/>
              </a:lnSpc>
            </a:pPr>
          </a:p>
          <a:p>
            <a:pPr algn="l">
              <a:lnSpc>
                <a:spcPts val="492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0675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6924" y="2585304"/>
            <a:ext cx="12765664" cy="7404105"/>
            <a:chOff x="0" y="0"/>
            <a:chExt cx="4582269" cy="2657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2269" cy="2657723"/>
            </a:xfrm>
            <a:custGeom>
              <a:avLst/>
              <a:gdLst/>
              <a:ahLst/>
              <a:cxnLst/>
              <a:rect r="r" b="b" t="t" l="l"/>
              <a:pathLst>
                <a:path h="2657723" w="4582269">
                  <a:moveTo>
                    <a:pt x="30930" y="0"/>
                  </a:moveTo>
                  <a:lnTo>
                    <a:pt x="4551339" y="0"/>
                  </a:lnTo>
                  <a:cubicBezTo>
                    <a:pt x="4568421" y="0"/>
                    <a:pt x="4582269" y="13848"/>
                    <a:pt x="4582269" y="30930"/>
                  </a:cubicBezTo>
                  <a:lnTo>
                    <a:pt x="4582269" y="2626793"/>
                  </a:lnTo>
                  <a:cubicBezTo>
                    <a:pt x="4582269" y="2643875"/>
                    <a:pt x="4568421" y="2657723"/>
                    <a:pt x="4551339" y="2657723"/>
                  </a:cubicBezTo>
                  <a:lnTo>
                    <a:pt x="30930" y="2657723"/>
                  </a:lnTo>
                  <a:cubicBezTo>
                    <a:pt x="13848" y="2657723"/>
                    <a:pt x="0" y="2643875"/>
                    <a:pt x="0" y="2626793"/>
                  </a:cubicBezTo>
                  <a:lnTo>
                    <a:pt x="0" y="30930"/>
                  </a:lnTo>
                  <a:cubicBezTo>
                    <a:pt x="0" y="13848"/>
                    <a:pt x="13848" y="0"/>
                    <a:pt x="30930" y="0"/>
                  </a:cubicBezTo>
                  <a:close/>
                </a:path>
              </a:pathLst>
            </a:custGeom>
            <a:solidFill>
              <a:srgbClr val="77BFD7"/>
            </a:solidFill>
            <a:ln w="95250" cap="rnd">
              <a:solidFill>
                <a:srgbClr val="22222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82269" cy="2695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47436" y="0"/>
            <a:ext cx="6240564" cy="2652237"/>
          </a:xfrm>
          <a:custGeom>
            <a:avLst/>
            <a:gdLst/>
            <a:ahLst/>
            <a:cxnLst/>
            <a:rect r="r" b="b" t="t" l="l"/>
            <a:pathLst>
              <a:path h="2652237" w="6240564">
                <a:moveTo>
                  <a:pt x="0" y="0"/>
                </a:moveTo>
                <a:lnTo>
                  <a:pt x="6240564" y="0"/>
                </a:lnTo>
                <a:lnTo>
                  <a:pt x="6240564" y="2652237"/>
                </a:lnTo>
                <a:lnTo>
                  <a:pt x="0" y="2652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279" r="0" b="-6701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77690"/>
            <a:ext cx="13517202" cy="690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MULAI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Minta pengguna memasukkan nilai tinggi segitiga (simpan dalam variabel 'tinggi')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// Perulangan luar untuk mengatur jumlah baris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UNTUK i dari 1 SAMPAI tinggi LAKUKAN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// Perulangan dalam untuk mencetak bintang pada baris ke-i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UNTUK j dari 1 SAMPAI i LAKUKAN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    Cetak simbol bintang '*' tanpa pindah baris (gunakan end=' ')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SELESAI UNTUK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Pindah ke baris baru (print newline)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        </a:t>
            </a:r>
          </a:p>
          <a:p>
            <a:pPr algn="l">
              <a:lnSpc>
                <a:spcPts val="3865"/>
              </a:lnSpc>
            </a:pPr>
            <a:r>
              <a:rPr lang="en-US" sz="2761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SELESAI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8971" y="1200150"/>
            <a:ext cx="8681862" cy="119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2"/>
              </a:lnSpc>
            </a:pPr>
            <a:r>
              <a:rPr lang="en-US" sz="899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PSEUDOCODE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7364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39820" y="1516109"/>
            <a:ext cx="4552683" cy="8315232"/>
          </a:xfrm>
          <a:custGeom>
            <a:avLst/>
            <a:gdLst/>
            <a:ahLst/>
            <a:cxnLst/>
            <a:rect r="r" b="b" t="t" l="l"/>
            <a:pathLst>
              <a:path h="8315232" w="4552683">
                <a:moveTo>
                  <a:pt x="0" y="0"/>
                </a:moveTo>
                <a:lnTo>
                  <a:pt x="4552684" y="0"/>
                </a:lnTo>
                <a:lnTo>
                  <a:pt x="4552684" y="8315232"/>
                </a:lnTo>
                <a:lnTo>
                  <a:pt x="0" y="831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83135" y="8739257"/>
            <a:ext cx="1476165" cy="1832480"/>
          </a:xfrm>
          <a:custGeom>
            <a:avLst/>
            <a:gdLst/>
            <a:ahLst/>
            <a:cxnLst/>
            <a:rect r="r" b="b" t="t" l="l"/>
            <a:pathLst>
              <a:path h="1832480" w="1476165">
                <a:moveTo>
                  <a:pt x="0" y="0"/>
                </a:moveTo>
                <a:lnTo>
                  <a:pt x="1476165" y="0"/>
                </a:lnTo>
                <a:lnTo>
                  <a:pt x="1476165" y="1832481"/>
                </a:lnTo>
                <a:lnTo>
                  <a:pt x="0" y="1832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43803" y="511720"/>
            <a:ext cx="6387396" cy="8481189"/>
          </a:xfrm>
          <a:custGeom>
            <a:avLst/>
            <a:gdLst/>
            <a:ahLst/>
            <a:cxnLst/>
            <a:rect r="r" b="b" t="t" l="l"/>
            <a:pathLst>
              <a:path h="8481189" w="6387396">
                <a:moveTo>
                  <a:pt x="0" y="0"/>
                </a:moveTo>
                <a:lnTo>
                  <a:pt x="6387396" y="0"/>
                </a:lnTo>
                <a:lnTo>
                  <a:pt x="6387396" y="8481189"/>
                </a:lnTo>
                <a:lnTo>
                  <a:pt x="0" y="848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1941" y="320443"/>
            <a:ext cx="8681862" cy="119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2"/>
              </a:lnSpc>
            </a:pPr>
            <a:r>
              <a:rPr lang="en-US" sz="899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FLOWCHART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31903" y="4612538"/>
            <a:ext cx="2311497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Umum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7530244" y="4306931"/>
            <a:ext cx="2922712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13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Contoh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00562" y="2446429"/>
            <a:ext cx="6147005" cy="7518906"/>
          </a:xfrm>
          <a:custGeom>
            <a:avLst/>
            <a:gdLst/>
            <a:ahLst/>
            <a:cxnLst/>
            <a:rect r="r" b="b" t="t" l="l"/>
            <a:pathLst>
              <a:path h="7518906" w="6147005">
                <a:moveTo>
                  <a:pt x="0" y="0"/>
                </a:moveTo>
                <a:lnTo>
                  <a:pt x="6147006" y="0"/>
                </a:lnTo>
                <a:lnTo>
                  <a:pt x="6147006" y="7518905"/>
                </a:lnTo>
                <a:lnTo>
                  <a:pt x="0" y="751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30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7949575" y="3595698"/>
            <a:ext cx="1408835" cy="612843"/>
          </a:xfrm>
          <a:custGeom>
            <a:avLst/>
            <a:gdLst/>
            <a:ahLst/>
            <a:cxnLst/>
            <a:rect r="r" b="b" t="t" l="l"/>
            <a:pathLst>
              <a:path h="612843" w="1408835">
                <a:moveTo>
                  <a:pt x="0" y="0"/>
                </a:moveTo>
                <a:lnTo>
                  <a:pt x="1408835" y="0"/>
                </a:lnTo>
                <a:lnTo>
                  <a:pt x="1408835" y="612843"/>
                </a:lnTo>
                <a:lnTo>
                  <a:pt x="0" y="612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2075" y="2032068"/>
            <a:ext cx="1736284" cy="1736284"/>
          </a:xfrm>
          <a:custGeom>
            <a:avLst/>
            <a:gdLst/>
            <a:ahLst/>
            <a:cxnLst/>
            <a:rect r="r" b="b" t="t" l="l"/>
            <a:pathLst>
              <a:path h="1736284" w="1736284">
                <a:moveTo>
                  <a:pt x="0" y="0"/>
                </a:moveTo>
                <a:lnTo>
                  <a:pt x="1736283" y="0"/>
                </a:lnTo>
                <a:lnTo>
                  <a:pt x="1736283" y="1736284"/>
                </a:lnTo>
                <a:lnTo>
                  <a:pt x="0" y="1736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38792" y="3127898"/>
            <a:ext cx="9207840" cy="640454"/>
          </a:xfrm>
          <a:custGeom>
            <a:avLst/>
            <a:gdLst/>
            <a:ahLst/>
            <a:cxnLst/>
            <a:rect r="r" b="b" t="t" l="l"/>
            <a:pathLst>
              <a:path h="640454" w="9207840">
                <a:moveTo>
                  <a:pt x="0" y="0"/>
                </a:moveTo>
                <a:lnTo>
                  <a:pt x="9207840" y="0"/>
                </a:lnTo>
                <a:lnTo>
                  <a:pt x="9207840" y="640454"/>
                </a:lnTo>
                <a:lnTo>
                  <a:pt x="0" y="640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8001628" y="6873490"/>
            <a:ext cx="1224578" cy="532691"/>
          </a:xfrm>
          <a:custGeom>
            <a:avLst/>
            <a:gdLst/>
            <a:ahLst/>
            <a:cxnLst/>
            <a:rect r="r" b="b" t="t" l="l"/>
            <a:pathLst>
              <a:path h="532691" w="1224578">
                <a:moveTo>
                  <a:pt x="0" y="0"/>
                </a:moveTo>
                <a:lnTo>
                  <a:pt x="1224578" y="0"/>
                </a:lnTo>
                <a:lnTo>
                  <a:pt x="1224578" y="532692"/>
                </a:lnTo>
                <a:lnTo>
                  <a:pt x="0" y="53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1623566" y="6848601"/>
            <a:ext cx="1259267" cy="547781"/>
          </a:xfrm>
          <a:custGeom>
            <a:avLst/>
            <a:gdLst/>
            <a:ahLst/>
            <a:cxnLst/>
            <a:rect r="r" b="b" t="t" l="l"/>
            <a:pathLst>
              <a:path h="547781" w="1259267">
                <a:moveTo>
                  <a:pt x="0" y="0"/>
                </a:moveTo>
                <a:lnTo>
                  <a:pt x="1259267" y="0"/>
                </a:lnTo>
                <a:lnTo>
                  <a:pt x="1259267" y="547781"/>
                </a:lnTo>
                <a:lnTo>
                  <a:pt x="0" y="547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0219969" y="6865946"/>
            <a:ext cx="1259267" cy="547781"/>
          </a:xfrm>
          <a:custGeom>
            <a:avLst/>
            <a:gdLst/>
            <a:ahLst/>
            <a:cxnLst/>
            <a:rect r="r" b="b" t="t" l="l"/>
            <a:pathLst>
              <a:path h="547781" w="1259267">
                <a:moveTo>
                  <a:pt x="0" y="0"/>
                </a:moveTo>
                <a:lnTo>
                  <a:pt x="1259267" y="0"/>
                </a:lnTo>
                <a:lnTo>
                  <a:pt x="1259267" y="547781"/>
                </a:lnTo>
                <a:lnTo>
                  <a:pt x="0" y="547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4971538" y="6871330"/>
            <a:ext cx="1278328" cy="556073"/>
          </a:xfrm>
          <a:custGeom>
            <a:avLst/>
            <a:gdLst/>
            <a:ahLst/>
            <a:cxnLst/>
            <a:rect r="r" b="b" t="t" l="l"/>
            <a:pathLst>
              <a:path h="556073" w="1278328">
                <a:moveTo>
                  <a:pt x="0" y="0"/>
                </a:moveTo>
                <a:lnTo>
                  <a:pt x="1278328" y="0"/>
                </a:lnTo>
                <a:lnTo>
                  <a:pt x="1278328" y="556073"/>
                </a:lnTo>
                <a:lnTo>
                  <a:pt x="0" y="5560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38792" y="6527547"/>
            <a:ext cx="10576597" cy="520161"/>
          </a:xfrm>
          <a:custGeom>
            <a:avLst/>
            <a:gdLst/>
            <a:ahLst/>
            <a:cxnLst/>
            <a:rect r="r" b="b" t="t" l="l"/>
            <a:pathLst>
              <a:path h="520161" w="10576597">
                <a:moveTo>
                  <a:pt x="0" y="0"/>
                </a:moveTo>
                <a:lnTo>
                  <a:pt x="10576597" y="0"/>
                </a:lnTo>
                <a:lnTo>
                  <a:pt x="10576597" y="520161"/>
                </a:lnTo>
                <a:lnTo>
                  <a:pt x="0" y="5201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105114" y="0"/>
            <a:ext cx="2455102" cy="1715649"/>
          </a:xfrm>
          <a:custGeom>
            <a:avLst/>
            <a:gdLst/>
            <a:ahLst/>
            <a:cxnLst/>
            <a:rect r="r" b="b" t="t" l="l"/>
            <a:pathLst>
              <a:path h="1715649" w="2455102">
                <a:moveTo>
                  <a:pt x="0" y="0"/>
                </a:moveTo>
                <a:lnTo>
                  <a:pt x="2455103" y="0"/>
                </a:lnTo>
                <a:lnTo>
                  <a:pt x="2455103" y="1715649"/>
                </a:lnTo>
                <a:lnTo>
                  <a:pt x="0" y="1715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8511" y="1575970"/>
            <a:ext cx="6611108" cy="870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5"/>
              </a:lnSpc>
            </a:pPr>
            <a:r>
              <a:rPr lang="en-US" sz="660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PEMROGRAMAN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4596" y="4643324"/>
            <a:ext cx="7836106" cy="147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 spc="-5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Tanda # digunakan untuk membuat komentar. Komentar hanya menjadi keterangan bagi programmer dan tidak dijalankan oleh Python.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24428" y="7792888"/>
            <a:ext cx="1890824" cy="12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326" spc="-4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variabel untuk menyimpan nilai tinggi segitiga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35945" y="7792888"/>
            <a:ext cx="1728717" cy="209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</a:pPr>
            <a:r>
              <a:rPr lang="en-US" sz="2327" spc="-4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mengubah masukan menjadi bilangan bulat.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7602" y="7783363"/>
            <a:ext cx="2178976" cy="242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681" spc="-53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digunakan untuk menerima masukan dari pengguna.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65290" y="7792888"/>
            <a:ext cx="1890824" cy="87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326" spc="-4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tulisan yang muncul di layar.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06902" y="1566445"/>
            <a:ext cx="9744814" cy="83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6"/>
              </a:lnSpc>
            </a:pPr>
            <a:r>
              <a:rPr lang="en-US" sz="632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PENJELASAN PER-BARIS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2731" y="2849831"/>
            <a:ext cx="11005713" cy="2844018"/>
            <a:chOff x="0" y="0"/>
            <a:chExt cx="14674284" cy="3792024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6281849" y="792158"/>
              <a:ext cx="1782146" cy="775233"/>
            </a:xfrm>
            <a:custGeom>
              <a:avLst/>
              <a:gdLst/>
              <a:ahLst/>
              <a:cxnLst/>
              <a:rect r="r" b="b" t="t" l="l"/>
              <a:pathLst>
                <a:path h="775233" w="1782146">
                  <a:moveTo>
                    <a:pt x="0" y="0"/>
                  </a:moveTo>
                  <a:lnTo>
                    <a:pt x="1782145" y="0"/>
                  </a:lnTo>
                  <a:lnTo>
                    <a:pt x="1782145" y="775233"/>
                  </a:lnTo>
                  <a:lnTo>
                    <a:pt x="0" y="775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817745" y="1966073"/>
              <a:ext cx="9912505" cy="182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61"/>
                </a:lnSpc>
              </a:pPr>
              <a:r>
                <a:rPr lang="en-US" sz="2544" spc="-50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komentar ini menjelaskan bahwa program akan menggunakan perulangan luar untuk mengatur jumlah baris segitiga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74284" cy="1002272"/>
            </a:xfrm>
            <a:custGeom>
              <a:avLst/>
              <a:gdLst/>
              <a:ahLst/>
              <a:cxnLst/>
              <a:rect r="r" b="b" t="t" l="l"/>
              <a:pathLst>
                <a:path h="1002272" w="14674284">
                  <a:moveTo>
                    <a:pt x="0" y="0"/>
                  </a:moveTo>
                  <a:lnTo>
                    <a:pt x="14674284" y="0"/>
                  </a:lnTo>
                  <a:lnTo>
                    <a:pt x="14674284" y="1002272"/>
                  </a:lnTo>
                  <a:lnTo>
                    <a:pt x="0" y="1002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23690" y="5468716"/>
            <a:ext cx="11861544" cy="4818284"/>
            <a:chOff x="0" y="0"/>
            <a:chExt cx="15815392" cy="6424378"/>
          </a:xfrm>
        </p:grpSpPr>
        <p:sp>
          <p:nvSpPr>
            <p:cNvPr name="Freeform 10" id="10"/>
            <p:cNvSpPr/>
            <p:nvPr/>
          </p:nvSpPr>
          <p:spPr>
            <a:xfrm flipH="false" flipV="false" rot="5400000">
              <a:off x="13430920" y="3595626"/>
              <a:ext cx="1724153" cy="750007"/>
            </a:xfrm>
            <a:custGeom>
              <a:avLst/>
              <a:gdLst/>
              <a:ahLst/>
              <a:cxnLst/>
              <a:rect r="r" b="b" t="t" l="l"/>
              <a:pathLst>
                <a:path h="750007" w="1724153">
                  <a:moveTo>
                    <a:pt x="0" y="0"/>
                  </a:moveTo>
                  <a:lnTo>
                    <a:pt x="1724153" y="0"/>
                  </a:lnTo>
                  <a:lnTo>
                    <a:pt x="1724153" y="750007"/>
                  </a:lnTo>
                  <a:lnTo>
                    <a:pt x="0" y="75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1246429" y="3322533"/>
              <a:ext cx="1676658" cy="729346"/>
            </a:xfrm>
            <a:custGeom>
              <a:avLst/>
              <a:gdLst/>
              <a:ahLst/>
              <a:cxnLst/>
              <a:rect r="r" b="b" t="t" l="l"/>
              <a:pathLst>
                <a:path h="729346" w="1676658">
                  <a:moveTo>
                    <a:pt x="0" y="0"/>
                  </a:moveTo>
                  <a:lnTo>
                    <a:pt x="1676659" y="0"/>
                  </a:lnTo>
                  <a:lnTo>
                    <a:pt x="1676659" y="729347"/>
                  </a:lnTo>
                  <a:lnTo>
                    <a:pt x="0" y="729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5400000">
              <a:off x="2170536" y="2390433"/>
              <a:ext cx="1762052" cy="766493"/>
            </a:xfrm>
            <a:custGeom>
              <a:avLst/>
              <a:gdLst/>
              <a:ahLst/>
              <a:cxnLst/>
              <a:rect r="r" b="b" t="t" l="l"/>
              <a:pathLst>
                <a:path h="766493" w="1762052">
                  <a:moveTo>
                    <a:pt x="0" y="0"/>
                  </a:moveTo>
                  <a:lnTo>
                    <a:pt x="1762053" y="0"/>
                  </a:lnTo>
                  <a:lnTo>
                    <a:pt x="1762053" y="766493"/>
                  </a:lnTo>
                  <a:lnTo>
                    <a:pt x="0" y="7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4838575" y="3221875"/>
              <a:ext cx="1320347" cy="574351"/>
            </a:xfrm>
            <a:custGeom>
              <a:avLst/>
              <a:gdLst/>
              <a:ahLst/>
              <a:cxnLst/>
              <a:rect r="r" b="b" t="t" l="l"/>
              <a:pathLst>
                <a:path h="574351" w="1320347">
                  <a:moveTo>
                    <a:pt x="0" y="0"/>
                  </a:moveTo>
                  <a:lnTo>
                    <a:pt x="1320347" y="0"/>
                  </a:lnTo>
                  <a:lnTo>
                    <a:pt x="1320347" y="574351"/>
                  </a:lnTo>
                  <a:lnTo>
                    <a:pt x="0" y="574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9888951" y="2465631"/>
              <a:ext cx="1762052" cy="766493"/>
            </a:xfrm>
            <a:custGeom>
              <a:avLst/>
              <a:gdLst/>
              <a:ahLst/>
              <a:cxnLst/>
              <a:rect r="r" b="b" t="t" l="l"/>
              <a:pathLst>
                <a:path h="766493" w="1762052">
                  <a:moveTo>
                    <a:pt x="0" y="0"/>
                  </a:moveTo>
                  <a:lnTo>
                    <a:pt x="1762053" y="0"/>
                  </a:lnTo>
                  <a:lnTo>
                    <a:pt x="1762053" y="766493"/>
                  </a:lnTo>
                  <a:lnTo>
                    <a:pt x="0" y="7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2848877"/>
              <a:ext cx="14962274" cy="805828"/>
            </a:xfrm>
            <a:custGeom>
              <a:avLst/>
              <a:gdLst/>
              <a:ahLst/>
              <a:cxnLst/>
              <a:rect r="r" b="b" t="t" l="l"/>
              <a:pathLst>
                <a:path h="805828" w="14962274">
                  <a:moveTo>
                    <a:pt x="0" y="0"/>
                  </a:moveTo>
                  <a:lnTo>
                    <a:pt x="14962274" y="0"/>
                  </a:lnTo>
                  <a:lnTo>
                    <a:pt x="14962274" y="805829"/>
                  </a:lnTo>
                  <a:lnTo>
                    <a:pt x="0" y="805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9645041" y="-114300"/>
              <a:ext cx="2983394" cy="1977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5"/>
                </a:lnSpc>
              </a:pPr>
              <a:r>
                <a:rPr lang="en-US" sz="2753" spc="-55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digunakan agar angka tinggi ikut di proses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226528" y="4718193"/>
              <a:ext cx="2588864" cy="170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5"/>
                </a:lnSpc>
              </a:pPr>
              <a:r>
                <a:rPr lang="en-US" sz="2389" spc="-47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menandai awal blok kode perulangan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45945" y="4262440"/>
              <a:ext cx="2588864" cy="1706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5"/>
                </a:lnSpc>
              </a:pPr>
              <a:r>
                <a:rPr lang="en-US" sz="2389" spc="-47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ini untuk melakukan perulangan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5293" y="4064449"/>
              <a:ext cx="2366911" cy="2266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6"/>
                </a:lnSpc>
              </a:pPr>
              <a:r>
                <a:rPr lang="en-US" sz="2390" spc="-47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membuat urutan angka yang mulainya dari 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868107" y="186485"/>
              <a:ext cx="2366911" cy="1706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6"/>
                </a:lnSpc>
              </a:pPr>
              <a:r>
                <a:rPr lang="en-US" sz="2390" spc="-47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Variabel penghitung baris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7877858"/>
            <a:ext cx="3766147" cy="2077700"/>
          </a:xfrm>
          <a:custGeom>
            <a:avLst/>
            <a:gdLst/>
            <a:ahLst/>
            <a:cxnLst/>
            <a:rect r="r" b="b" t="t" l="l"/>
            <a:pathLst>
              <a:path h="2077700" w="3766147">
                <a:moveTo>
                  <a:pt x="0" y="0"/>
                </a:moveTo>
                <a:lnTo>
                  <a:pt x="3766147" y="0"/>
                </a:lnTo>
                <a:lnTo>
                  <a:pt x="3766147" y="2077700"/>
                </a:lnTo>
                <a:lnTo>
                  <a:pt x="0" y="207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01198" y="2144046"/>
            <a:ext cx="2445250" cy="2445250"/>
          </a:xfrm>
          <a:custGeom>
            <a:avLst/>
            <a:gdLst/>
            <a:ahLst/>
            <a:cxnLst/>
            <a:rect r="r" b="b" t="t" l="l"/>
            <a:pathLst>
              <a:path h="2445250" w="2445250">
                <a:moveTo>
                  <a:pt x="0" y="0"/>
                </a:moveTo>
                <a:lnTo>
                  <a:pt x="2445250" y="0"/>
                </a:lnTo>
                <a:lnTo>
                  <a:pt x="2445250" y="2445251"/>
                </a:lnTo>
                <a:lnTo>
                  <a:pt x="0" y="24452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0484" y="984830"/>
            <a:ext cx="16544750" cy="141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2"/>
              </a:lnSpc>
            </a:pPr>
            <a:r>
              <a:rPr lang="en-US" sz="10746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PENJELASAN PER-BARIS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5400000">
            <a:off x="11867780" y="8158132"/>
            <a:ext cx="1293115" cy="562505"/>
          </a:xfrm>
          <a:custGeom>
            <a:avLst/>
            <a:gdLst/>
            <a:ahLst/>
            <a:cxnLst/>
            <a:rect r="r" b="b" t="t" l="l"/>
            <a:pathLst>
              <a:path h="562505" w="1293115">
                <a:moveTo>
                  <a:pt x="0" y="0"/>
                </a:moveTo>
                <a:lnTo>
                  <a:pt x="1293115" y="0"/>
                </a:lnTo>
                <a:lnTo>
                  <a:pt x="1293115" y="562505"/>
                </a:lnTo>
                <a:lnTo>
                  <a:pt x="0" y="562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099396" y="7405501"/>
            <a:ext cx="1321539" cy="574870"/>
          </a:xfrm>
          <a:custGeom>
            <a:avLst/>
            <a:gdLst/>
            <a:ahLst/>
            <a:cxnLst/>
            <a:rect r="r" b="b" t="t" l="l"/>
            <a:pathLst>
              <a:path h="574870" w="1321539">
                <a:moveTo>
                  <a:pt x="0" y="0"/>
                </a:moveTo>
                <a:lnTo>
                  <a:pt x="1321539" y="0"/>
                </a:lnTo>
                <a:lnTo>
                  <a:pt x="1321539" y="574869"/>
                </a:lnTo>
                <a:lnTo>
                  <a:pt x="0" y="57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0484" y="2808443"/>
            <a:ext cx="11013734" cy="4136162"/>
            <a:chOff x="0" y="0"/>
            <a:chExt cx="14684979" cy="5514883"/>
          </a:xfrm>
        </p:grpSpPr>
        <p:sp>
          <p:nvSpPr>
            <p:cNvPr name="Freeform 8" id="8"/>
            <p:cNvSpPr/>
            <p:nvPr/>
          </p:nvSpPr>
          <p:spPr>
            <a:xfrm flipH="false" flipV="false" rot="5400000">
              <a:off x="4874537" y="2465713"/>
              <a:ext cx="1782146" cy="775233"/>
            </a:xfrm>
            <a:custGeom>
              <a:avLst/>
              <a:gdLst/>
              <a:ahLst/>
              <a:cxnLst/>
              <a:rect r="r" b="b" t="t" l="l"/>
              <a:pathLst>
                <a:path h="775233" w="1782146">
                  <a:moveTo>
                    <a:pt x="0" y="0"/>
                  </a:moveTo>
                  <a:lnTo>
                    <a:pt x="1782146" y="0"/>
                  </a:lnTo>
                  <a:lnTo>
                    <a:pt x="1782146" y="775234"/>
                  </a:lnTo>
                  <a:lnTo>
                    <a:pt x="0" y="775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3402636" y="1211948"/>
              <a:ext cx="1762052" cy="766493"/>
            </a:xfrm>
            <a:custGeom>
              <a:avLst/>
              <a:gdLst/>
              <a:ahLst/>
              <a:cxnLst/>
              <a:rect r="r" b="b" t="t" l="l"/>
              <a:pathLst>
                <a:path h="766493" w="1762052">
                  <a:moveTo>
                    <a:pt x="0" y="0"/>
                  </a:moveTo>
                  <a:lnTo>
                    <a:pt x="1762053" y="0"/>
                  </a:lnTo>
                  <a:lnTo>
                    <a:pt x="1762053" y="766493"/>
                  </a:lnTo>
                  <a:lnTo>
                    <a:pt x="0" y="766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8830915" y="2471378"/>
              <a:ext cx="1782146" cy="775233"/>
            </a:xfrm>
            <a:custGeom>
              <a:avLst/>
              <a:gdLst/>
              <a:ahLst/>
              <a:cxnLst/>
              <a:rect r="r" b="b" t="t" l="l"/>
              <a:pathLst>
                <a:path h="775233" w="1782146">
                  <a:moveTo>
                    <a:pt x="0" y="0"/>
                  </a:moveTo>
                  <a:lnTo>
                    <a:pt x="1782146" y="0"/>
                  </a:lnTo>
                  <a:lnTo>
                    <a:pt x="1782146" y="775233"/>
                  </a:lnTo>
                  <a:lnTo>
                    <a:pt x="0" y="775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666677"/>
              <a:ext cx="14684979" cy="1134373"/>
            </a:xfrm>
            <a:custGeom>
              <a:avLst/>
              <a:gdLst/>
              <a:ahLst/>
              <a:cxnLst/>
              <a:rect r="r" b="b" t="t" l="l"/>
              <a:pathLst>
                <a:path h="1134373" w="14684979">
                  <a:moveTo>
                    <a:pt x="0" y="0"/>
                  </a:moveTo>
                  <a:lnTo>
                    <a:pt x="14684979" y="0"/>
                  </a:lnTo>
                  <a:lnTo>
                    <a:pt x="14684979" y="1134373"/>
                  </a:lnTo>
                  <a:lnTo>
                    <a:pt x="0" y="113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336460" y="-104775"/>
              <a:ext cx="4453752" cy="615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1"/>
                </a:lnSpc>
              </a:pPr>
              <a:r>
                <a:rPr lang="en-US" sz="2544" spc="-50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menjalankan perulangan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895254" y="3676994"/>
              <a:ext cx="3653468" cy="1382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1"/>
                </a:lnSpc>
              </a:pPr>
              <a:r>
                <a:rPr lang="en-US" sz="2872" spc="-57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mengulang sebanyak nilai 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51117" y="3705569"/>
              <a:ext cx="4453752" cy="1809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1"/>
                </a:lnSpc>
              </a:pPr>
              <a:r>
                <a:rPr lang="en-US" sz="2544" spc="-50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variabel untuk penghitung perulangan bintang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4349970" y="7317940"/>
            <a:ext cx="1321539" cy="574870"/>
          </a:xfrm>
          <a:custGeom>
            <a:avLst/>
            <a:gdLst/>
            <a:ahLst/>
            <a:cxnLst/>
            <a:rect r="r" b="b" t="t" l="l"/>
            <a:pathLst>
              <a:path h="574870" w="1321539">
                <a:moveTo>
                  <a:pt x="0" y="0"/>
                </a:moveTo>
                <a:lnTo>
                  <a:pt x="1321539" y="0"/>
                </a:lnTo>
                <a:lnTo>
                  <a:pt x="1321539" y="574869"/>
                </a:lnTo>
                <a:lnTo>
                  <a:pt x="0" y="57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80937" y="7676841"/>
            <a:ext cx="9504297" cy="676864"/>
          </a:xfrm>
          <a:custGeom>
            <a:avLst/>
            <a:gdLst/>
            <a:ahLst/>
            <a:cxnLst/>
            <a:rect r="r" b="b" t="t" l="l"/>
            <a:pathLst>
              <a:path h="676864" w="9504297">
                <a:moveTo>
                  <a:pt x="0" y="0"/>
                </a:moveTo>
                <a:lnTo>
                  <a:pt x="9504297" y="0"/>
                </a:lnTo>
                <a:lnTo>
                  <a:pt x="9504297" y="676864"/>
                </a:lnTo>
                <a:lnTo>
                  <a:pt x="0" y="6768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0484" y="984830"/>
            <a:ext cx="16544750" cy="141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2"/>
              </a:lnSpc>
            </a:pPr>
            <a:r>
              <a:rPr lang="en-US" sz="10746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PENJELASAN PER-BARIS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455075" y="1879668"/>
            <a:ext cx="2445250" cy="2445250"/>
          </a:xfrm>
          <a:custGeom>
            <a:avLst/>
            <a:gdLst/>
            <a:ahLst/>
            <a:cxnLst/>
            <a:rect r="r" b="b" t="t" l="l"/>
            <a:pathLst>
              <a:path h="2445250" w="2445250">
                <a:moveTo>
                  <a:pt x="0" y="0"/>
                </a:moveTo>
                <a:lnTo>
                  <a:pt x="2445251" y="0"/>
                </a:lnTo>
                <a:lnTo>
                  <a:pt x="2445251" y="2445251"/>
                </a:lnTo>
                <a:lnTo>
                  <a:pt x="0" y="24452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6590563"/>
            <a:ext cx="2866046" cy="3448211"/>
          </a:xfrm>
          <a:custGeom>
            <a:avLst/>
            <a:gdLst/>
            <a:ahLst/>
            <a:cxnLst/>
            <a:rect r="r" b="b" t="t" l="l"/>
            <a:pathLst>
              <a:path h="3448211" w="2866046">
                <a:moveTo>
                  <a:pt x="0" y="0"/>
                </a:moveTo>
                <a:lnTo>
                  <a:pt x="2866046" y="0"/>
                </a:lnTo>
                <a:lnTo>
                  <a:pt x="2866046" y="3448211"/>
                </a:lnTo>
                <a:lnTo>
                  <a:pt x="0" y="3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41393" y="5031605"/>
            <a:ext cx="2237545" cy="200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753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untuk menampilkan sesuatu di layar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95557" y="9153525"/>
            <a:ext cx="2437561" cy="88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 spc="-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simbol   bintang yang di tampilkan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43779" y="4944044"/>
            <a:ext cx="3333922" cy="200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753" spc="-55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membuat kursor tetap berada di baris yang sama setelah mencetak bintang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5400000">
            <a:off x="13327255" y="7515103"/>
            <a:ext cx="1436684" cy="624958"/>
          </a:xfrm>
          <a:custGeom>
            <a:avLst/>
            <a:gdLst/>
            <a:ahLst/>
            <a:cxnLst/>
            <a:rect r="r" b="b" t="t" l="l"/>
            <a:pathLst>
              <a:path h="624958" w="1436684">
                <a:moveTo>
                  <a:pt x="0" y="0"/>
                </a:moveTo>
                <a:lnTo>
                  <a:pt x="1436684" y="0"/>
                </a:lnTo>
                <a:lnTo>
                  <a:pt x="1436684" y="624957"/>
                </a:lnTo>
                <a:lnTo>
                  <a:pt x="0" y="62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4096386" y="4657728"/>
            <a:ext cx="1336609" cy="581425"/>
          </a:xfrm>
          <a:custGeom>
            <a:avLst/>
            <a:gdLst/>
            <a:ahLst/>
            <a:cxnLst/>
            <a:rect r="r" b="b" t="t" l="l"/>
            <a:pathLst>
              <a:path h="581425" w="1336609">
                <a:moveTo>
                  <a:pt x="0" y="0"/>
                </a:moveTo>
                <a:lnTo>
                  <a:pt x="1336610" y="0"/>
                </a:lnTo>
                <a:lnTo>
                  <a:pt x="1336610" y="581425"/>
                </a:lnTo>
                <a:lnTo>
                  <a:pt x="0" y="581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0547" y="4011827"/>
            <a:ext cx="9325087" cy="777091"/>
          </a:xfrm>
          <a:custGeom>
            <a:avLst/>
            <a:gdLst/>
            <a:ahLst/>
            <a:cxnLst/>
            <a:rect r="r" b="b" t="t" l="l"/>
            <a:pathLst>
              <a:path h="777091" w="9325087">
                <a:moveTo>
                  <a:pt x="0" y="0"/>
                </a:moveTo>
                <a:lnTo>
                  <a:pt x="9325087" y="0"/>
                </a:lnTo>
                <a:lnTo>
                  <a:pt x="9325087" y="777091"/>
                </a:lnTo>
                <a:lnTo>
                  <a:pt x="0" y="777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47173" y="6621968"/>
            <a:ext cx="9940827" cy="1170859"/>
          </a:xfrm>
          <a:custGeom>
            <a:avLst/>
            <a:gdLst/>
            <a:ahLst/>
            <a:cxnLst/>
            <a:rect r="r" b="b" t="t" l="l"/>
            <a:pathLst>
              <a:path h="1170859" w="9940827">
                <a:moveTo>
                  <a:pt x="0" y="0"/>
                </a:moveTo>
                <a:lnTo>
                  <a:pt x="9940827" y="0"/>
                </a:lnTo>
                <a:lnTo>
                  <a:pt x="9940827" y="1170859"/>
                </a:lnTo>
                <a:lnTo>
                  <a:pt x="0" y="1170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0484" y="7109239"/>
            <a:ext cx="2358864" cy="2883056"/>
          </a:xfrm>
          <a:custGeom>
            <a:avLst/>
            <a:gdLst/>
            <a:ahLst/>
            <a:cxnLst/>
            <a:rect r="r" b="b" t="t" l="l"/>
            <a:pathLst>
              <a:path h="2883056" w="2358864">
                <a:moveTo>
                  <a:pt x="0" y="0"/>
                </a:moveTo>
                <a:lnTo>
                  <a:pt x="2358864" y="0"/>
                </a:lnTo>
                <a:lnTo>
                  <a:pt x="2358864" y="2883056"/>
                </a:lnTo>
                <a:lnTo>
                  <a:pt x="0" y="28830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74643" y="3280466"/>
            <a:ext cx="3810591" cy="3726068"/>
          </a:xfrm>
          <a:custGeom>
            <a:avLst/>
            <a:gdLst/>
            <a:ahLst/>
            <a:cxnLst/>
            <a:rect r="r" b="b" t="t" l="l"/>
            <a:pathLst>
              <a:path h="3726068" w="3810591">
                <a:moveTo>
                  <a:pt x="0" y="0"/>
                </a:moveTo>
                <a:lnTo>
                  <a:pt x="3810591" y="0"/>
                </a:lnTo>
                <a:lnTo>
                  <a:pt x="3810591" y="3726068"/>
                </a:lnTo>
                <a:lnTo>
                  <a:pt x="0" y="37260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6134" y="5511970"/>
            <a:ext cx="5017114" cy="18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2544" spc="-5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komentar yang menjelaskan bahwa setelah bintang pada satu baris selesai dicetak, program akan berpindah ke baris berikutnya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0484" y="984830"/>
            <a:ext cx="16544750" cy="141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2"/>
              </a:lnSpc>
            </a:pPr>
            <a:r>
              <a:rPr lang="en-US" sz="10746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PENJELASAN PER-BARIS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92" y="8765183"/>
            <a:ext cx="2879271" cy="104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1"/>
              </a:lnSpc>
            </a:pPr>
            <a:r>
              <a:rPr lang="en-US" sz="2822" spc="-56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untuk berpindah ke baris baru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62609" y="1028700"/>
            <a:ext cx="2445250" cy="2445250"/>
          </a:xfrm>
          <a:custGeom>
            <a:avLst/>
            <a:gdLst/>
            <a:ahLst/>
            <a:cxnLst/>
            <a:rect r="r" b="b" t="t" l="l"/>
            <a:pathLst>
              <a:path h="2445250" w="2445250">
                <a:moveTo>
                  <a:pt x="0" y="0"/>
                </a:moveTo>
                <a:lnTo>
                  <a:pt x="2445250" y="0"/>
                </a:lnTo>
                <a:lnTo>
                  <a:pt x="2445250" y="2445250"/>
                </a:lnTo>
                <a:lnTo>
                  <a:pt x="0" y="2445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2693" y="-284738"/>
            <a:ext cx="21673387" cy="10856475"/>
            <a:chOff x="0" y="0"/>
            <a:chExt cx="28897849" cy="1447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422549" y="0"/>
              <a:ext cx="14475300" cy="14475300"/>
            </a:xfrm>
            <a:custGeom>
              <a:avLst/>
              <a:gdLst/>
              <a:ahLst/>
              <a:cxnLst/>
              <a:rect r="r" b="b" t="t" l="l"/>
              <a:pathLst>
                <a:path h="14475300" w="14475300">
                  <a:moveTo>
                    <a:pt x="0" y="0"/>
                  </a:moveTo>
                  <a:lnTo>
                    <a:pt x="14475300" y="0"/>
                  </a:lnTo>
                  <a:lnTo>
                    <a:pt x="14475300" y="14475300"/>
                  </a:lnTo>
                  <a:lnTo>
                    <a:pt x="0" y="144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308" y="-29653"/>
            <a:ext cx="7493858" cy="10601391"/>
          </a:xfrm>
          <a:custGeom>
            <a:avLst/>
            <a:gdLst/>
            <a:ahLst/>
            <a:cxnLst/>
            <a:rect r="r" b="b" t="t" l="l"/>
            <a:pathLst>
              <a:path h="10601391" w="7493858">
                <a:moveTo>
                  <a:pt x="0" y="0"/>
                </a:moveTo>
                <a:lnTo>
                  <a:pt x="7493858" y="0"/>
                </a:lnTo>
                <a:lnTo>
                  <a:pt x="7493858" y="10601391"/>
                </a:lnTo>
                <a:lnTo>
                  <a:pt x="0" y="1060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15838" y="-29653"/>
            <a:ext cx="6872162" cy="10316653"/>
          </a:xfrm>
          <a:custGeom>
            <a:avLst/>
            <a:gdLst/>
            <a:ahLst/>
            <a:cxnLst/>
            <a:rect r="r" b="b" t="t" l="l"/>
            <a:pathLst>
              <a:path h="10316653" w="6872162">
                <a:moveTo>
                  <a:pt x="0" y="0"/>
                </a:moveTo>
                <a:lnTo>
                  <a:pt x="6872162" y="0"/>
                </a:lnTo>
                <a:lnTo>
                  <a:pt x="6872162" y="10316653"/>
                </a:lnTo>
                <a:lnTo>
                  <a:pt x="0" y="10316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3069" y="6390386"/>
            <a:ext cx="1907368" cy="1907368"/>
          </a:xfrm>
          <a:custGeom>
            <a:avLst/>
            <a:gdLst/>
            <a:ahLst/>
            <a:cxnLst/>
            <a:rect r="r" b="b" t="t" l="l"/>
            <a:pathLst>
              <a:path h="1907368" w="1907368">
                <a:moveTo>
                  <a:pt x="0" y="0"/>
                </a:moveTo>
                <a:lnTo>
                  <a:pt x="1907368" y="0"/>
                </a:lnTo>
                <a:lnTo>
                  <a:pt x="1907368" y="1907369"/>
                </a:lnTo>
                <a:lnTo>
                  <a:pt x="0" y="19073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36428" y="3671440"/>
            <a:ext cx="5144401" cy="4244131"/>
          </a:xfrm>
          <a:custGeom>
            <a:avLst/>
            <a:gdLst/>
            <a:ahLst/>
            <a:cxnLst/>
            <a:rect r="r" b="b" t="t" l="l"/>
            <a:pathLst>
              <a:path h="4244131" w="5144401">
                <a:moveTo>
                  <a:pt x="0" y="0"/>
                </a:moveTo>
                <a:lnTo>
                  <a:pt x="5144400" y="0"/>
                </a:lnTo>
                <a:lnTo>
                  <a:pt x="5144400" y="4244130"/>
                </a:lnTo>
                <a:lnTo>
                  <a:pt x="0" y="4244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60384" y="479967"/>
            <a:ext cx="1787620" cy="3452341"/>
          </a:xfrm>
          <a:custGeom>
            <a:avLst/>
            <a:gdLst/>
            <a:ahLst/>
            <a:cxnLst/>
            <a:rect r="r" b="b" t="t" l="l"/>
            <a:pathLst>
              <a:path h="3452341" w="1787620">
                <a:moveTo>
                  <a:pt x="0" y="0"/>
                </a:moveTo>
                <a:lnTo>
                  <a:pt x="1787620" y="0"/>
                </a:lnTo>
                <a:lnTo>
                  <a:pt x="1787620" y="3452341"/>
                </a:lnTo>
                <a:lnTo>
                  <a:pt x="0" y="34523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DAHXx1SWETw</dc:identifier>
  <dcterms:modified xsi:type="dcterms:W3CDTF">2011-08-01T06:04:30Z</dcterms:modified>
  <cp:revision>1</cp:revision>
  <dc:title>Nested Loop</dc:title>
</cp:coreProperties>
</file>